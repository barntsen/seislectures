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1.xml.rels" ContentType="application/vnd.openxmlformats-package.relationships+xml"/>
  <Override PartName="/customXml/_rels/item10.xml.rels" ContentType="application/vnd.openxmlformats-package.relationships+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_rels/item8.xml.rels" ContentType="application/vnd.openxmlformats-package.relationships+xml"/>
  <Override PartName="/customXml/_rels/item4.xml.rels" ContentType="application/vnd.openxmlformats-package.relationships+xml"/>
  <Override PartName="/customXml/_rels/item9.xml.rels" ContentType="application/vnd.openxmlformats-package.relationships+xml"/>
  <Override PartName="/customXml/_rels/item5.xml.rels" ContentType="application/vnd.openxmlformats-package.relationships+xml"/>
  <Override PartName="/customXml/_rels/item6.xml.rels" ContentType="application/vnd.openxmlformats-package.relationships+xml"/>
  <Override PartName="/customXml/_rels/item7.xml.rels" ContentType="application/vnd.openxmlformats-package.relationships+xml"/>
  <Override PartName="/customXml/item7.xml" ContentType="application/xml"/>
  <Override PartName="/customXml/itemProps2.xml" ContentType="application/vnd.openxmlformats-officedocument.customXmlProperties+xml"/>
  <Override PartName="/customXml/item6.xml" ContentType="application/xml"/>
  <Override PartName="/customXml/itemProps1.xml" ContentType="application/vnd.openxmlformats-officedocument.customXmlProperties+xml"/>
  <Override PartName="/customXml/item5.xml" ContentType="application/xml"/>
  <Override PartName="/customXml/itemProps4.xml" ContentType="application/vnd.openxmlformats-officedocument.customXmlProperties+xml"/>
  <Override PartName="/customXml/item9.xml" ContentType="application/xml"/>
  <Override PartName="/customXml/item4.xml" ContentType="application/xml"/>
  <Override PartName="/customXml/itemProps11.xml" ContentType="application/vnd.openxmlformats-officedocument.customXmlProperties+xml"/>
  <Override PartName="/customXml/item11.xml" ContentType="application/xml"/>
  <Override PartName="/customXml/itemProps10.xml" ContentType="application/vnd.openxmlformats-officedocument.customXmlProperties+xml"/>
  <Override PartName="/customXml/item10.xml" ContentType="application/xml"/>
  <Override PartName="/customXml/itemProps9.xml" ContentType="application/vnd.openxmlformats-officedocument.customXmlProperties+xml"/>
  <Override PartName="/customXml/itemProps8.xml" ContentType="application/vnd.openxmlformats-officedocument.customXmlProperties+xml"/>
  <Override PartName="/customXml/itemProps7.xml" ContentType="application/vnd.openxmlformats-officedocument.customXmlProperties+xml"/>
  <Override PartName="/customXml/item3.xml" ContentType="application/xml"/>
  <Override PartName="/customXml/item1.xml" ContentType="application/xml"/>
  <Override PartName="/customXml/itemProps5.xml" ContentType="application/vnd.openxmlformats-officedocument.customXmlProperties+xml"/>
  <Override PartName="/customXml/item2.xml" ContentType="application/xml"/>
  <Override PartName="/customXml/itemProps6.xml" ContentType="application/vnd.openxmlformats-officedocument.customXmlProperties+xml"/>
  <Override PartName="/customXml/itemProps3.xml" ContentType="application/vnd.openxmlformats-officedocument.customXmlProperties+xml"/>
  <Override PartName="/customXml/item8.xml" ContentType="application/xml"/>
  <Override PartName="/ppt/webextensions/taskpanes.xml" ContentType="application/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_rels/notesSlide37.xml.rels" ContentType="application/vnd.openxmlformats-package.relationships+xml"/>
  <Override PartName="/ppt/notesSlides/_rels/notesSlide6.xml.rels" ContentType="application/vnd.openxmlformats-package.relationships+xml"/>
  <Override PartName="/ppt/notesSlides/_rels/notesSlide26.xml.rels" ContentType="application/vnd.openxmlformats-package.relationships+xml"/>
  <Override PartName="/ppt/notesSlides/_rels/notesSlide9.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Masters/_rels/slideMaster39.xml.rels" ContentType="application/vnd.openxmlformats-package.relationships+xml"/>
  <Override PartName="/ppt/slideMasters/_rels/slideMaster40.xml.rels" ContentType="application/vnd.openxmlformats-package.relationships+xml"/>
  <Override PartName="/ppt/slideMasters/_rels/slideMaster5.xml.rels" ContentType="application/vnd.openxmlformats-package.relationships+xml"/>
  <Override PartName="/ppt/slideMasters/_rels/slideMaster32.xml.rels" ContentType="application/vnd.openxmlformats-package.relationships+xml"/>
  <Override PartName="/ppt/slideMasters/_rels/slideMaster38.xml.rels" ContentType="application/vnd.openxmlformats-package.relationships+xml"/>
  <Override PartName="/ppt/slideMasters/_rels/slideMaster4.xml.rels" ContentType="application/vnd.openxmlformats-package.relationships+xml"/>
  <Override PartName="/ppt/slideMasters/_rels/slideMaster31.xml.rels" ContentType="application/vnd.openxmlformats-package.relationships+xml"/>
  <Override PartName="/ppt/slideMasters/_rels/slideMaster37.xml.rels" ContentType="application/vnd.openxmlformats-package.relationships+xml"/>
  <Override PartName="/ppt/slideMasters/_rels/slideMaster63.xml.rels" ContentType="application/vnd.openxmlformats-package.relationships+xml"/>
  <Override PartName="/ppt/slideMasters/_rels/slideMaster26.xml.rels" ContentType="application/vnd.openxmlformats-package.relationships+xml"/>
  <Override PartName="/ppt/slideMasters/_rels/slideMaster64.xml.rels" ContentType="application/vnd.openxmlformats-package.relationships+xml"/>
  <Override PartName="/ppt/slideMasters/_rels/slideMaster65.xml.rels" ContentType="application/vnd.openxmlformats-package.relationships+xml"/>
  <Override PartName="/ppt/slideMasters/_rels/slideMaster66.xml.rels" ContentType="application/vnd.openxmlformats-package.relationships+xml"/>
  <Override PartName="/ppt/slideMasters/_rels/slideMaster67.xml.rels" ContentType="application/vnd.openxmlformats-package.relationships+xml"/>
  <Override PartName="/ppt/slideMasters/_rels/slideMaster61.xml.rels" ContentType="application/vnd.openxmlformats-package.relationships+xml"/>
  <Override PartName="/ppt/slideMasters/_rels/slideMaster19.xml.rels" ContentType="application/vnd.openxmlformats-package.relationships+xml"/>
  <Override PartName="/ppt/slideMasters/_rels/slideMaster57.xml.rels" ContentType="application/vnd.openxmlformats-package.relationships+xml"/>
  <Override PartName="/ppt/slideMasters/_rels/slideMaster20.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60.xml.rels" ContentType="application/vnd.openxmlformats-package.relationships+xml"/>
  <Override PartName="/ppt/slideMasters/_rels/slideMaster18.xml.rels" ContentType="application/vnd.openxmlformats-package.relationships+xml"/>
  <Override PartName="/ppt/slideMasters/_rels/slideMaster42.xml.rels" ContentType="application/vnd.openxmlformats-package.relationships+xml"/>
  <Override PartName="/ppt/slideMasters/_rels/slideMaster56.xml.rels" ContentType="application/vnd.openxmlformats-package.relationships+xml"/>
  <Override PartName="/ppt/slideMasters/_rels/slideMaster44.xml.rels" ContentType="application/vnd.openxmlformats-package.relationships+xml"/>
  <Override PartName="/ppt/slideMasters/_rels/slideMaster55.xml.rels" ContentType="application/vnd.openxmlformats-package.relationships+xml"/>
  <Override PartName="/ppt/slideMasters/_rels/slideMaster43.xml.rels" ContentType="application/vnd.openxmlformats-package.relationships+xml"/>
  <Override PartName="/ppt/slideMasters/_rels/slideMaster17.xml.rels" ContentType="application/vnd.openxmlformats-package.relationships+xml"/>
  <Override PartName="/ppt/slideMasters/_rels/slideMaster54.xml.rels" ContentType="application/vnd.openxmlformats-package.relationships+xml"/>
  <Override PartName="/ppt/slideMasters/_rels/slideMaster53.xml.rels" ContentType="application/vnd.openxmlformats-package.relationships+xml"/>
  <Override PartName="/ppt/slideMasters/_rels/slideMaster16.xml.rels" ContentType="application/vnd.openxmlformats-package.relationships+xml"/>
  <Override PartName="/ppt/slideMasters/_rels/slideMaster52.xml.rels" ContentType="application/vnd.openxmlformats-package.relationships+xml"/>
  <Override PartName="/ppt/slideMasters/_rels/slideMaster15.xml.rels" ContentType="application/vnd.openxmlformats-package.relationships+xml"/>
  <Override PartName="/ppt/slideMasters/_rels/slideMaster50.xml.rels" ContentType="application/vnd.openxmlformats-package.relationships+xml"/>
  <Override PartName="/ppt/slideMasters/_rels/slideMaster13.xml.rels" ContentType="application/vnd.openxmlformats-package.relationships+xml"/>
  <Override PartName="/ppt/slideMasters/_rels/slideMaster51.xml.rels" ContentType="application/vnd.openxmlformats-package.relationships+xml"/>
  <Override PartName="/ppt/slideMasters/_rels/slideMaster14.xml.rels" ContentType="application/vnd.openxmlformats-package.relationships+xml"/>
  <Override PartName="/ppt/slideMasters/_rels/slideMaster62.xml.rels" ContentType="application/vnd.openxmlformats-package.relationships+xml"/>
  <Override PartName="/ppt/slideMasters/_rels/slideMaster25.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59.xml.rels" ContentType="application/vnd.openxmlformats-package.relationships+xml"/>
  <Override PartName="/ppt/slideMasters/_rels/slideMaster22.xml.rels" ContentType="application/vnd.openxmlformats-package.relationships+xml"/>
  <Override PartName="/ppt/slideMasters/_rels/slideMaster27.xml.rels" ContentType="application/vnd.openxmlformats-package.relationships+xml"/>
  <Override PartName="/ppt/slideMasters/_rels/slideMaster45.xml.rels" ContentType="application/vnd.openxmlformats-package.relationships+xml"/>
  <Override PartName="/ppt/slideMasters/_rels/slideMaster28.xml.rels" ContentType="application/vnd.openxmlformats-package.relationships+xml"/>
  <Override PartName="/ppt/slideMasters/_rels/slideMaster46.xml.rels" ContentType="application/vnd.openxmlformats-package.relationships+xml"/>
  <Override PartName="/ppt/slideMasters/_rels/slideMaster29.xml.rels" ContentType="application/vnd.openxmlformats-package.relationships+xml"/>
  <Override PartName="/ppt/slideMasters/_rels/slideMaster10.xml.rels" ContentType="application/vnd.openxmlformats-package.relationships+xml"/>
  <Override PartName="/ppt/slideMasters/_rels/slideMaster47.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6.xml.rels" ContentType="application/vnd.openxmlformats-package.relationships+xml"/>
  <Override PartName="/ppt/slideMasters/_rels/slideMaster33.xml.rels" ContentType="application/vnd.openxmlformats-package.relationships+xml"/>
  <Override PartName="/ppt/slideMasters/_rels/slideMaster7.xml.rels" ContentType="application/vnd.openxmlformats-package.relationships+xml"/>
  <Override PartName="/ppt/slideMasters/_rels/slideMaster34.xml.rels" ContentType="application/vnd.openxmlformats-package.relationships+xml"/>
  <Override PartName="/ppt/slideMasters/_rels/slideMaster1.xml.rels" ContentType="application/vnd.openxmlformats-package.relationships+xml"/>
  <Override PartName="/ppt/slideMasters/_rels/slideMaster8.xml.rels" ContentType="application/vnd.openxmlformats-package.relationships+xml"/>
  <Override PartName="/ppt/slideMasters/_rels/slideMaster35.xml.rels" ContentType="application/vnd.openxmlformats-package.relationships+xml"/>
  <Override PartName="/ppt/slideMasters/_rels/slideMaster2.xml.rels" ContentType="application/vnd.openxmlformats-package.relationships+xml"/>
  <Override PartName="/ppt/slideMasters/_rels/slideMaster9.xml.rels" ContentType="application/vnd.openxmlformats-package.relationships+xml"/>
  <Override PartName="/ppt/slideMasters/_rels/slideMaster36.xml.rels" ContentType="application/vnd.openxmlformats-package.relationships+xml"/>
  <Override PartName="/ppt/slideMasters/_rels/slideMaster30.xml.rels" ContentType="application/vnd.openxmlformats-package.relationships+xml"/>
  <Override PartName="/ppt/slideMasters/_rels/slideMaster3.xml.rels" ContentType="application/vnd.openxmlformats-package.relationships+xml"/>
  <Override PartName="/ppt/slideMasters/slideMaster56.xml" ContentType="application/vnd.openxmlformats-officedocument.presentationml.slideMaster+xml"/>
  <Override PartName="/ppt/slideMasters/slideMaster55.xml" ContentType="application/vnd.openxmlformats-officedocument.presentationml.slideMaster+xml"/>
  <Override PartName="/ppt/slideMasters/slideMaster54.xml" ContentType="application/vnd.openxmlformats-officedocument.presentationml.slideMaster+xml"/>
  <Override PartName="/ppt/slideMasters/slideMaster53.xml" ContentType="application/vnd.openxmlformats-officedocument.presentationml.slideMaster+xml"/>
  <Override PartName="/ppt/slideMasters/slideMaster52.xml" ContentType="application/vnd.openxmlformats-officedocument.presentationml.slideMaster+xml"/>
  <Override PartName="/ppt/slideMasters/slideMaster51.xml" ContentType="application/vnd.openxmlformats-officedocument.presentationml.slideMaster+xml"/>
  <Override PartName="/ppt/slideMasters/slideMaster50.xml" ContentType="application/vnd.openxmlformats-officedocument.presentationml.slideMaster+xml"/>
  <Override PartName="/ppt/slideMasters/slideMaster43.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44.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60.xml" ContentType="application/vnd.openxmlformats-officedocument.presentationml.slideMaster+xml"/>
  <Override PartName="/ppt/slideMasters/slideMaster20.xml" ContentType="application/vnd.openxmlformats-officedocument.presentationml.slideMaster+xml"/>
  <Override PartName="/ppt/slideMasters/slideMaster57.xml" ContentType="application/vnd.openxmlformats-officedocument.presentationml.slideMaster+xml"/>
  <Override PartName="/ppt/slideMasters/slideMaster19.xml" ContentType="application/vnd.openxmlformats-officedocument.presentationml.slideMaster+xml"/>
  <Override PartName="/ppt/slideMasters/slideMaster61.xml" ContentType="application/vnd.openxmlformats-officedocument.presentationml.slideMaster+xml"/>
  <Override PartName="/ppt/slideMasters/slideMaster21.xml" ContentType="application/vnd.openxmlformats-officedocument.presentationml.slideMaster+xml"/>
  <Override PartName="/ppt/slideMasters/slideMaster58.xml" ContentType="application/vnd.openxmlformats-officedocument.presentationml.slideMaster+xml"/>
  <Override PartName="/ppt/slideMasters/slideMaster67.xml" ContentType="application/vnd.openxmlformats-officedocument.presentationml.slideMaster+xml"/>
  <Override PartName="/ppt/slideMasters/slideMaster30.xml" ContentType="application/vnd.openxmlformats-officedocument.presentationml.slideMaster+xml"/>
  <Override PartName="/ppt/slideMasters/slideMaster66.xml" ContentType="application/vnd.openxmlformats-officedocument.presentationml.slideMaster+xml"/>
  <Override PartName="/ppt/slideMasters/slideMaster65.xml" ContentType="application/vnd.openxmlformats-officedocument.presentationml.slideMaster+xml"/>
  <Override PartName="/ppt/slideMasters/slideMaster64.xml" ContentType="application/vnd.openxmlformats-officedocument.presentationml.slideMaster+xml"/>
  <Override PartName="/ppt/slideMasters/slideMaster26.xml" ContentType="application/vnd.openxmlformats-officedocument.presentationml.slideMaster+xml"/>
  <Override PartName="/ppt/slideMasters/slideMaster63.xml" ContentType="application/vnd.openxmlformats-officedocument.presentationml.slideMaster+xml"/>
  <Override PartName="/ppt/slideMasters/slideMaster62.xml" ContentType="application/vnd.openxmlformats-officedocument.presentationml.slideMaster+xml"/>
  <Override PartName="/ppt/slideMasters/slideMaster25.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59.xml" ContentType="application/vnd.openxmlformats-officedocument.presentationml.slideMaster+xml"/>
  <Override PartName="/ppt/slideMasters/slideMaster22.xml" ContentType="application/vnd.openxmlformats-officedocument.presentationml.slideMaster+xml"/>
  <Override PartName="/ppt/slideMasters/slideMaster27.xml" ContentType="application/vnd.openxmlformats-officedocument.presentationml.slideMaster+xml"/>
  <Override PartName="/ppt/slideMasters/slideMaster45.xml" ContentType="application/vnd.openxmlformats-officedocument.presentationml.slideMaster+xml"/>
  <Override PartName="/ppt/slideMasters/slideMaster28.xml" ContentType="application/vnd.openxmlformats-officedocument.presentationml.slideMaster+xml"/>
  <Override PartName="/ppt/slideMasters/slideMaster46.xml" ContentType="application/vnd.openxmlformats-officedocument.presentationml.slideMaster+xml"/>
  <Override PartName="/ppt/slideMasters/slideMaster29.xml" ContentType="application/vnd.openxmlformats-officedocument.presentationml.slideMaster+xml"/>
  <Override PartName="/ppt/slideMasters/slideMaster10.xml" ContentType="application/vnd.openxmlformats-officedocument.presentationml.slideMaster+xml"/>
  <Override PartName="/ppt/slideMasters/slideMaster47.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slideMasters/slideMaster3.xml" ContentType="application/vnd.openxmlformats-officedocument.presentationml.slideMaster+xml"/>
  <Override PartName="/ppt/slideMasters/slideMaster37.xml" ContentType="application/vnd.openxmlformats-officedocument.presentationml.slideMaster+xml"/>
  <Override PartName="/ppt/slideMasters/slideMaster4.xml" ContentType="application/vnd.openxmlformats-officedocument.presentationml.slideMaster+xml"/>
  <Override PartName="/ppt/slideMasters/slideMaster38.xml" ContentType="application/vnd.openxmlformats-officedocument.presentationml.slideMaster+xml"/>
  <Override PartName="/ppt/slideMasters/slideMaster5.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55.xml" ContentType="application/vnd.openxmlformats-officedocument.theme+xml"/>
  <Override PartName="/ppt/theme/theme54.xml" ContentType="application/vnd.openxmlformats-officedocument.theme+xml"/>
  <Override PartName="/ppt/theme/theme53.xml" ContentType="application/vnd.openxmlformats-officedocument.theme+xml"/>
  <Override PartName="/ppt/theme/theme52.xml" ContentType="application/vnd.openxmlformats-officedocument.theme+xml"/>
  <Override PartName="/ppt/theme/theme51.xml" ContentType="application/vnd.openxmlformats-officedocument.theme+xml"/>
  <Override PartName="/ppt/theme/theme50.xml" ContentType="application/vnd.openxmlformats-officedocument.theme+xml"/>
  <Override PartName="/ppt/theme/theme46.xml" ContentType="application/vnd.openxmlformats-officedocument.theme+xml"/>
  <Override PartName="/ppt/theme/theme45.xml" ContentType="application/vnd.openxmlformats-officedocument.theme+xml"/>
  <Override PartName="/ppt/theme/theme48.xml" ContentType="application/vnd.openxmlformats-officedocument.theme+xml"/>
  <Override PartName="/ppt/theme/theme11.xml" ContentType="application/vnd.openxmlformats-officedocument.theme+xml"/>
  <Override PartName="/ppt/theme/theme65.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60.xml" ContentType="application/vnd.openxmlformats-officedocument.theme+xml"/>
  <Override PartName="/ppt/theme/theme20.xml" ContentType="application/vnd.openxmlformats-officedocument.theme+xml"/>
  <Override PartName="/ppt/theme/theme57.xml" ContentType="application/vnd.openxmlformats-officedocument.theme+xml"/>
  <Override PartName="/ppt/theme/theme19.xml" ContentType="application/vnd.openxmlformats-officedocument.theme+xml"/>
  <Override PartName="/ppt/theme/theme61.xml" ContentType="application/vnd.openxmlformats-officedocument.theme+xml"/>
  <Override PartName="/ppt/theme/theme21.xml" ContentType="application/vnd.openxmlformats-officedocument.theme+xml"/>
  <Override PartName="/ppt/theme/theme58.xml" ContentType="application/vnd.openxmlformats-officedocument.theme+xml"/>
  <Override PartName="/ppt/theme/theme68.xml" ContentType="application/vnd.openxmlformats-officedocument.theme+xml"/>
  <Override PartName="/ppt/theme/theme31.xml" ContentType="application/vnd.openxmlformats-officedocument.theme+xml"/>
  <Override PartName="/ppt/theme/theme67.xml" ContentType="application/vnd.openxmlformats-officedocument.theme+xml"/>
  <Override PartName="/ppt/theme/theme30.xml" ContentType="application/vnd.openxmlformats-officedocument.theme+xml"/>
  <Override PartName="/ppt/theme/theme66.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64.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63.xml" ContentType="application/vnd.openxmlformats-officedocument.theme+xml"/>
  <Override PartName="/ppt/theme/theme62.xml" ContentType="application/vnd.openxmlformats-officedocument.theme+xml"/>
  <Override PartName="/ppt/theme/theme25.xml" ContentType="application/vnd.openxmlformats-officedocument.theme+xml"/>
  <Override PartName="/ppt/theme/theme59.xml" ContentType="application/vnd.openxmlformats-officedocument.theme+xml"/>
  <Override PartName="/ppt/theme/theme2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3.xml" ContentType="application/vnd.openxmlformats-officedocument.theme+xml"/>
  <Override PartName="/ppt/theme/theme28.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29.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_rels/presentation.xml.rels" ContentType="application/vnd.openxmlformats-package.relationships+xml"/>
  <Override PartName="/ppt/media/image56.png" ContentType="image/png"/>
  <Override PartName="/ppt/media/image55.png" ContentType="image/png"/>
  <Override PartName="/ppt/media/image54.png" ContentType="image/png"/>
  <Override PartName="/ppt/media/image53.png" ContentType="image/png"/>
  <Override PartName="/ppt/media/image51.png" ContentType="image/png"/>
  <Override PartName="/ppt/media/image50.png" ContentType="image/png"/>
  <Override PartName="/ppt/media/image48.png" ContentType="image/png"/>
  <Override PartName="/ppt/media/image46.png" ContentType="image/png"/>
  <Override PartName="/ppt/media/image45.png" ContentType="image/png"/>
  <Override PartName="/ppt/media/image44.png" ContentType="image/png"/>
  <Override PartName="/ppt/media/image43.png" ContentType="image/png"/>
  <Override PartName="/ppt/media/image5.svg" ContentType="image/svg"/>
  <Override PartName="/ppt/media/image15.png" ContentType="image/png"/>
  <Override PartName="/ppt/media/image12.png" ContentType="image/png"/>
  <Override PartName="/ppt/media/image49.png" ContentType="image/png"/>
  <Override PartName="/ppt/media/image47.png" ContentType="image/png"/>
  <Override PartName="/ppt/media/image2.svg" ContentType="image/svg"/>
  <Override PartName="/ppt/media/image14.png" ContentType="image/png"/>
  <Override PartName="/ppt/media/image17.png" ContentType="image/png"/>
  <Override PartName="/ppt/media/image19.png" ContentType="image/png"/>
  <Override PartName="/ppt/media/image61.png" ContentType="image/png"/>
  <Override PartName="/ppt/media/image21.png" ContentType="image/png"/>
  <Override PartName="/ppt/media/image58.png" ContentType="image/png"/>
  <Override PartName="/ppt/media/image22.png" ContentType="image/png"/>
  <Override PartName="/ppt/media/image59.png" ContentType="image/png"/>
  <Override PartName="/ppt/media/image69.png" ContentType="image/png"/>
  <Override PartName="/ppt/media/image32.png" ContentType="image/png"/>
  <Override PartName="/ppt/media/image70.png" ContentType="image/png"/>
  <Override PartName="/ppt/media/image28.png" ContentType="image/png"/>
  <Override PartName="/ppt/media/image68.png" ContentType="image/png"/>
  <Override PartName="/ppt/media/image31.png" ContentType="image/png"/>
  <Override PartName="/ppt/media/image67.png" ContentType="image/png"/>
  <Override PartName="/ppt/media/image30.png" ContentType="image/png"/>
  <Override PartName="/ppt/media/image41.png" ContentType="image/png"/>
  <Override PartName="/ppt/media/image3.jpeg" ContentType="image/jpeg"/>
  <Override PartName="/ppt/media/image65.png" ContentType="image/png"/>
  <Override PartName="/ppt/media/image66.png" ContentType="image/png"/>
  <Override PartName="/ppt/media/image29.png" ContentType="image/png"/>
  <Override PartName="/ppt/media/image25.png" ContentType="image/png"/>
  <Override PartName="/ppt/media/image62.png" ContentType="image/png"/>
  <Override PartName="/ppt/media/image64.png" ContentType="image/png"/>
  <Override PartName="/ppt/media/image27.png" ContentType="image/png"/>
  <Override PartName="/ppt/media/image24.png" ContentType="image/png"/>
  <Override PartName="/ppt/media/image26.png" ContentType="image/png"/>
  <Override PartName="/ppt/media/image23.png" ContentType="image/png"/>
  <Override PartName="/ppt/media/image60.png" ContentType="image/png"/>
  <Override PartName="/ppt/media/image71.png" ContentType="image/png"/>
  <Override PartName="/ppt/media/image6.jpeg" ContentType="image/jpeg"/>
  <Override PartName="/ppt/media/image1.png" ContentType="image/png"/>
  <Override PartName="/ppt/media/image33.png" ContentType="image/png"/>
  <Override PartName="/ppt/media/image11.jpeg" ContentType="image/jpeg"/>
  <Override PartName="/ppt/media/image52.png" ContentType="image/png"/>
  <Override PartName="/ppt/media/image13.png" ContentType="image/png"/>
  <Override PartName="/ppt/media/image4.png" ContentType="image/png"/>
  <Override PartName="/ppt/media/image36.png" ContentType="image/png"/>
  <Override PartName="/ppt/media/image8.svg" ContentType="image/svg"/>
  <Override PartName="/ppt/media/image16.png" ContentType="image/png"/>
  <Override PartName="/ppt/media/image7.png" ContentType="image/png"/>
  <Override PartName="/ppt/media/image39.png" ContentType="image/png"/>
  <Override PartName="/ppt/media/image20.png" ContentType="image/png"/>
  <Override PartName="/ppt/media/image57.png" ContentType="image/png"/>
  <Override PartName="/ppt/media/image18.png" ContentType="image/png"/>
  <Override PartName="/ppt/media/image9.png" ContentType="image/png"/>
  <Override PartName="/ppt/media/image63.png" ContentType="image/png"/>
  <Override PartName="/ppt/media/image10.jpeg" ContentType="image/jpeg"/>
  <Override PartName="/ppt/media/image42.png" ContentType="image/png"/>
  <Override PartName="/ppt/media/image34.png" ContentType="image/png"/>
  <Override PartName="/ppt/media/image35.png" ContentType="image/png"/>
  <Override PartName="/ppt/media/image37.png" ContentType="image/png"/>
  <Override PartName="/ppt/media/image38.png" ContentType="image/png"/>
  <Override PartName="/ppt/media/image40.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7.xml" ContentType="application/vnd.openxmlformats-officedocument.presentationml.slideLayout+xml"/>
  <Override PartName="/ppt/slideLayouts/slideLayout10.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64.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3.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28.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9.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_rels/slideLayout42.xml.rels" ContentType="application/vnd.openxmlformats-package.relationships+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14.xml.rels" ContentType="application/vnd.openxmlformats-package.relationships+xml"/>
  <Override PartName="/ppt/slideLayouts/_rels/slideLayout64.xml.rels" ContentType="application/vnd.openxmlformats-package.relationships+xml"/>
  <Override PartName="/ppt/slideLayouts/_rels/slideLayout27.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66.xml.rels" ContentType="application/vnd.openxmlformats-package.relationships+xml"/>
  <Override PartName="/ppt/slideLayouts/_rels/slideLayout65.xml.rels" ContentType="application/vnd.openxmlformats-package.relationships+xml"/>
  <Override PartName="/ppt/slideLayouts/_rels/slideLayout30.xml.rels" ContentType="application/vnd.openxmlformats-package.relationships+xml"/>
  <Override PartName="/ppt/slideLayouts/_rels/slideLayout67.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10.xml.rels" ContentType="application/vnd.openxmlformats-package.relationships+xml"/>
  <Override PartName="/ppt/slideLayouts/_rels/slideLayout47.xml.rels" ContentType="application/vnd.openxmlformats-package.relationships+xml"/>
  <Override PartName="/ppt/slideLayouts/_rels/slideLayout45.xml.rels" ContentType="application/vnd.openxmlformats-package.relationships+xml"/>
  <Override PartName="/ppt/slideLayouts/_rels/slideLayout39.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63.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6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50.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51.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52.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docMetadata/LabelInfo.xml" ContentType="application/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customXml" Target="../customXml/item4.xml"/><Relationship Id="rId8" Type="http://schemas.openxmlformats.org/officeDocument/2006/relationships/customXml" Target="../customXml/item5.xml"/><Relationship Id="rId9" Type="http://schemas.openxmlformats.org/officeDocument/2006/relationships/customXml" Target="../customXml/item6.xml"/><Relationship Id="rId10" Type="http://schemas.openxmlformats.org/officeDocument/2006/relationships/customXml" Target="../customXml/item7.xml"/><Relationship Id="rId11" Type="http://schemas.openxmlformats.org/officeDocument/2006/relationships/customXml" Target="../customXml/item8.xml"/><Relationship Id="rId12" Type="http://schemas.openxmlformats.org/officeDocument/2006/relationships/customXml" Target="../customXml/item9.xml"/><Relationship Id="rId13" Type="http://schemas.openxmlformats.org/officeDocument/2006/relationships/customXml" Target="../customXml/item10.xml"/><Relationship Id="rId14" Type="http://schemas.openxmlformats.org/officeDocument/2006/relationships/customXml" Target="../customXml/item11.xml"/><Relationship Id="rId15" Type="http://schemas.microsoft.com/office/2011/relationships/webextensiontaskpanes" Target="ppt/webextensions/taskpanes.xml"/><Relationship Id="rId16" Type="http://schemas.microsoft.com/office/2020/02/relationships/classificationlabels" Target="docMetadata/LabelInfo.xml"/><Relationship Id="rId1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 id="2147483770" r:id="rId63"/>
    <p:sldMasterId id="2147483772" r:id="rId64"/>
    <p:sldMasterId id="2147483774" r:id="rId65"/>
    <p:sldMasterId id="2147483776" r:id="rId66"/>
    <p:sldMasterId id="2147483778" r:id="rId67"/>
    <p:sldMasterId id="2147483780" r:id="rId68"/>
  </p:sldMasterIdLst>
  <p:notesMasterIdLst>
    <p:notesMasterId r:id="rId69"/>
  </p:notesMasterIdLst>
  <p:sldIdLst>
    <p:sldId id="256" r:id="rId70"/>
    <p:sldId id="257" r:id="rId71"/>
    <p:sldId id="258" r:id="rId72"/>
    <p:sldId id="259" r:id="rId73"/>
    <p:sldId id="260" r:id="rId74"/>
    <p:sldId id="261" r:id="rId75"/>
    <p:sldId id="262" r:id="rId76"/>
    <p:sldId id="263" r:id="rId77"/>
    <p:sldId id="264" r:id="rId78"/>
    <p:sldId id="265" r:id="rId79"/>
    <p:sldId id="266" r:id="rId80"/>
    <p:sldId id="267" r:id="rId81"/>
    <p:sldId id="268" r:id="rId82"/>
    <p:sldId id="269" r:id="rId83"/>
    <p:sldId id="270" r:id="rId84"/>
    <p:sldId id="271" r:id="rId85"/>
    <p:sldId id="272" r:id="rId86"/>
    <p:sldId id="273" r:id="rId87"/>
    <p:sldId id="274" r:id="rId88"/>
    <p:sldId id="275" r:id="rId89"/>
    <p:sldId id="276" r:id="rId90"/>
    <p:sldId id="277" r:id="rId91"/>
    <p:sldId id="278" r:id="rId92"/>
    <p:sldId id="279" r:id="rId93"/>
    <p:sldId id="280" r:id="rId94"/>
    <p:sldId id="281" r:id="rId95"/>
    <p:sldId id="282" r:id="rId96"/>
    <p:sldId id="283" r:id="rId97"/>
    <p:sldId id="284" r:id="rId98"/>
    <p:sldId id="285" r:id="rId99"/>
    <p:sldId id="286" r:id="rId100"/>
    <p:sldId id="287" r:id="rId101"/>
    <p:sldId id="288" r:id="rId102"/>
    <p:sldId id="289" r:id="rId103"/>
    <p:sldId id="290" r:id="rId104"/>
    <p:sldId id="291" r:id="rId105"/>
    <p:sldId id="292" r:id="rId10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slideMaster" Target="slideMasters/slideMaster62.xml"/><Relationship Id="rId64" Type="http://schemas.openxmlformats.org/officeDocument/2006/relationships/slideMaster" Target="slideMasters/slideMaster63.xml"/><Relationship Id="rId65" Type="http://schemas.openxmlformats.org/officeDocument/2006/relationships/slideMaster" Target="slideMasters/slideMaster64.xml"/><Relationship Id="rId66" Type="http://schemas.openxmlformats.org/officeDocument/2006/relationships/slideMaster" Target="slideMasters/slideMaster65.xml"/><Relationship Id="rId67" Type="http://schemas.openxmlformats.org/officeDocument/2006/relationships/slideMaster" Target="slideMasters/slideMaster66.xml"/><Relationship Id="rId68" Type="http://schemas.openxmlformats.org/officeDocument/2006/relationships/slideMaster" Target="slideMasters/slideMaster67.xml"/><Relationship Id="rId69" Type="http://schemas.openxmlformats.org/officeDocument/2006/relationships/notesMaster" Target="notesMasters/notesMaster1.xml"/><Relationship Id="rId70" Type="http://schemas.openxmlformats.org/officeDocument/2006/relationships/slide" Target="slides/slide1.xml"/><Relationship Id="rId71" Type="http://schemas.openxmlformats.org/officeDocument/2006/relationships/slide" Target="slides/slide2.xml"/><Relationship Id="rId72" Type="http://schemas.openxmlformats.org/officeDocument/2006/relationships/slide" Target="slides/slide3.xml"/><Relationship Id="rId73" Type="http://schemas.openxmlformats.org/officeDocument/2006/relationships/slide" Target="slides/slide4.xml"/><Relationship Id="rId74" Type="http://schemas.openxmlformats.org/officeDocument/2006/relationships/slide" Target="slides/slide5.xml"/><Relationship Id="rId75" Type="http://schemas.openxmlformats.org/officeDocument/2006/relationships/slide" Target="slides/slide6.xml"/><Relationship Id="rId76" Type="http://schemas.openxmlformats.org/officeDocument/2006/relationships/slide" Target="slides/slide7.xml"/><Relationship Id="rId77" Type="http://schemas.openxmlformats.org/officeDocument/2006/relationships/slide" Target="slides/slide8.xml"/><Relationship Id="rId78" Type="http://schemas.openxmlformats.org/officeDocument/2006/relationships/slide" Target="slides/slide9.xml"/><Relationship Id="rId79" Type="http://schemas.openxmlformats.org/officeDocument/2006/relationships/slide" Target="slides/slide10.xml"/><Relationship Id="rId80" Type="http://schemas.openxmlformats.org/officeDocument/2006/relationships/slide" Target="slides/slide11.xml"/><Relationship Id="rId81" Type="http://schemas.openxmlformats.org/officeDocument/2006/relationships/slide" Target="slides/slide12.xml"/><Relationship Id="rId82" Type="http://schemas.openxmlformats.org/officeDocument/2006/relationships/slide" Target="slides/slide13.xml"/><Relationship Id="rId83" Type="http://schemas.openxmlformats.org/officeDocument/2006/relationships/slide" Target="slides/slide14.xml"/><Relationship Id="rId84" Type="http://schemas.openxmlformats.org/officeDocument/2006/relationships/slide" Target="slides/slide15.xml"/><Relationship Id="rId85" Type="http://schemas.openxmlformats.org/officeDocument/2006/relationships/slide" Target="slides/slide16.xml"/><Relationship Id="rId86" Type="http://schemas.openxmlformats.org/officeDocument/2006/relationships/slide" Target="slides/slide17.xml"/><Relationship Id="rId87" Type="http://schemas.openxmlformats.org/officeDocument/2006/relationships/slide" Target="slides/slide18.xml"/><Relationship Id="rId88" Type="http://schemas.openxmlformats.org/officeDocument/2006/relationships/slide" Target="slides/slide19.xml"/><Relationship Id="rId89" Type="http://schemas.openxmlformats.org/officeDocument/2006/relationships/slide" Target="slides/slide20.xml"/><Relationship Id="rId90" Type="http://schemas.openxmlformats.org/officeDocument/2006/relationships/slide" Target="slides/slide21.xml"/><Relationship Id="rId91" Type="http://schemas.openxmlformats.org/officeDocument/2006/relationships/slide" Target="slides/slide22.xml"/><Relationship Id="rId92" Type="http://schemas.openxmlformats.org/officeDocument/2006/relationships/slide" Target="slides/slide23.xml"/><Relationship Id="rId93" Type="http://schemas.openxmlformats.org/officeDocument/2006/relationships/slide" Target="slides/slide24.xml"/><Relationship Id="rId94" Type="http://schemas.openxmlformats.org/officeDocument/2006/relationships/slide" Target="slides/slide25.xml"/><Relationship Id="rId95" Type="http://schemas.openxmlformats.org/officeDocument/2006/relationships/slide" Target="slides/slide26.xml"/><Relationship Id="rId96" Type="http://schemas.openxmlformats.org/officeDocument/2006/relationships/slide" Target="slides/slide27.xml"/><Relationship Id="rId97" Type="http://schemas.openxmlformats.org/officeDocument/2006/relationships/slide" Target="slides/slide28.xml"/><Relationship Id="rId98" Type="http://schemas.openxmlformats.org/officeDocument/2006/relationships/slide" Target="slides/slide29.xml"/><Relationship Id="rId99" Type="http://schemas.openxmlformats.org/officeDocument/2006/relationships/slide" Target="slides/slide30.xml"/><Relationship Id="rId100" Type="http://schemas.openxmlformats.org/officeDocument/2006/relationships/slide" Target="slides/slide31.xml"/><Relationship Id="rId101" Type="http://schemas.openxmlformats.org/officeDocument/2006/relationships/slide" Target="slides/slide32.xml"/><Relationship Id="rId102" Type="http://schemas.openxmlformats.org/officeDocument/2006/relationships/slide" Target="slides/slide33.xml"/><Relationship Id="rId103" Type="http://schemas.openxmlformats.org/officeDocument/2006/relationships/slide" Target="slides/slide34.xml"/><Relationship Id="rId104" Type="http://schemas.openxmlformats.org/officeDocument/2006/relationships/slide" Target="slides/slide35.xml"/><Relationship Id="rId105" Type="http://schemas.openxmlformats.org/officeDocument/2006/relationships/slide" Target="slides/slide36.xml"/><Relationship Id="rId106" Type="http://schemas.openxmlformats.org/officeDocument/2006/relationships/slide" Target="slides/slide37.xml"/><Relationship Id="rId10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nb-NO" sz="1800" spc="-1" strike="noStrike">
                <a:solidFill>
                  <a:schemeClr val="dk1"/>
                </a:solidFill>
                <a:latin typeface="Calibri"/>
              </a:rPr>
              <a:t>Click to move the slide</a:t>
            </a:r>
            <a:endParaRPr b="0" lang="nb-NO" sz="1800" spc="-1" strike="noStrike">
              <a:solidFill>
                <a:schemeClr val="dk1"/>
              </a:solidFill>
              <a:latin typeface="Calibri"/>
            </a:endParaRPr>
          </a:p>
        </p:txBody>
      </p:sp>
      <p:sp>
        <p:nvSpPr>
          <p:cNvPr id="42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2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29" name="PlaceHolder 4"/>
          <p:cNvSpPr>
            <a:spLocks noGrp="1"/>
          </p:cNvSpPr>
          <p:nvPr>
            <p:ph type="dt" idx="20"/>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30" name="PlaceHolder 5"/>
          <p:cNvSpPr>
            <a:spLocks noGrp="1"/>
          </p:cNvSpPr>
          <p:nvPr>
            <p:ph type="ftr" idx="21"/>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1" name="PlaceHolder 6"/>
          <p:cNvSpPr>
            <a:spLocks noGrp="1"/>
          </p:cNvSpPr>
          <p:nvPr>
            <p:ph type="sldNum" idx="22"/>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773C5F6-5DCE-4C90-A268-C9A8255370D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nb-NO" sz="1200" spc="-1" strike="noStrike">
                <a:solidFill>
                  <a:srgbClr val="ffffff"/>
                </a:solidFill>
                <a:latin typeface="Arial"/>
              </a:rPr>
              <a:t>SINTEF jubilerer med 75 år i 2025.  SINTEF ble født i 1950 – for å ta ny kunnskap fra laboratoriene ut til industrien og til deg og meg.</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nb-NO" sz="1200" spc="-1" strike="noStrike">
                <a:solidFill>
                  <a:srgbClr val="202122"/>
                </a:solidFill>
                <a:latin typeface="Arial"/>
              </a:rPr>
              <a:t>SINTEF ble etablert av NTH – dagens </a:t>
            </a:r>
            <a:r>
              <a:rPr b="0" lang="nb-NO" sz="1200" spc="-1" strike="noStrike">
                <a:solidFill>
                  <a:srgbClr val="000000"/>
                </a:solidFill>
                <a:latin typeface="Arial"/>
              </a:rPr>
              <a:t>NTNU –,  for å være en forlenget </a:t>
            </a:r>
            <a:r>
              <a:rPr b="0" lang="nb-NO" sz="1200" spc="-1" strike="noStrike">
                <a:solidFill>
                  <a:srgbClr val="202122"/>
                </a:solidFill>
                <a:latin typeface="Arial"/>
              </a:rPr>
              <a:t>arm mot industrien. </a:t>
            </a:r>
            <a:endParaRPr b="0" lang="en-US" sz="1200" spc="-1" strike="noStrike">
              <a:solidFill>
                <a:srgbClr val="000000"/>
              </a:solidFill>
              <a:latin typeface="Arial"/>
            </a:endParaRPr>
          </a:p>
          <a:p>
            <a:pPr marL="216000" indent="0">
              <a:lnSpc>
                <a:spcPct val="100000"/>
              </a:lnSpc>
              <a:buNone/>
            </a:pPr>
            <a:r>
              <a:rPr b="0" lang="nb-NO" sz="1200" spc="-1" strike="noStrike">
                <a:solidFill>
                  <a:srgbClr val="202122"/>
                </a:solidFill>
                <a:latin typeface="Arial"/>
              </a:rPr>
              <a:t>Forkortelsen SINTEF sto for </a:t>
            </a:r>
            <a:r>
              <a:rPr b="0" i="1" lang="nb-NO" sz="1200" spc="-1" strike="noStrike">
                <a:solidFill>
                  <a:srgbClr val="202122"/>
                </a:solidFill>
                <a:latin typeface="Arial"/>
              </a:rPr>
              <a:t>Selskapet for industriell og teknisk forskning ved Norges tekniske høgskole</a:t>
            </a:r>
            <a:r>
              <a:rPr b="0" lang="nb-NO" sz="1200" spc="-1" strike="noStrike">
                <a:solidFill>
                  <a:srgbClr val="202122"/>
                </a:solidFill>
                <a:latin typeface="Arial"/>
              </a:rPr>
              <a:t>. </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I dag er vi et av Europas største uavhengige forskningsinstitutt. Over 2000 fageksperter jobber daglig med forskning og innovasjon</a:t>
            </a: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sammen med kundene våre. Fra rør på havbunnen som har gitt Norge milliardinntekter, til skredder-sydde nanomedisiner, gode byggeløsninger,</a:t>
            </a: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CO₂-fangst og dyrking av mat i verdensrommet. </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I 75 år har vi utviklet norsk konkurransekraft. Vi gleder oss til fortsettelsen.</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Fakta:</a:t>
            </a: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2200 ansatte – 80 nasjonaliteter – 3300 kunder – 4 milliarder i omsetning</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a:p>
            <a:pPr marL="216000" indent="0">
              <a:lnSpc>
                <a:spcPct val="100000"/>
              </a:lnSpc>
              <a:buNone/>
            </a:pPr>
            <a:r>
              <a:rPr b="0" lang="nb-NO" sz="1200" spc="-1" strike="noStrike">
                <a:solidFill>
                  <a:srgbClr val="ffffff"/>
                </a:solidFill>
                <a:latin typeface="Arial"/>
              </a:rPr>
              <a:t>Les mer på https://www.sintef.no/75/ </a:t>
            </a:r>
            <a:endParaRPr b="0" lang="en-US" sz="1200" spc="-1" strike="noStrike">
              <a:solidFill>
                <a:srgbClr val="000000"/>
              </a:solidFill>
              <a:latin typeface="Arial"/>
            </a:endParaRPr>
          </a:p>
          <a:p>
            <a:pPr marL="216000" indent="0">
              <a:lnSpc>
                <a:spcPct val="100000"/>
              </a:lnSpc>
              <a:buNone/>
            </a:pPr>
            <a:endParaRPr b="0" lang="en-US" sz="1200" spc="-1" strike="noStrike">
              <a:solidFill>
                <a:srgbClr val="000000"/>
              </a:solidFill>
              <a:latin typeface="Arial"/>
            </a:endParaRPr>
          </a:p>
        </p:txBody>
      </p:sp>
      <p:sp>
        <p:nvSpPr>
          <p:cNvPr id="579"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3B1C758E-B9CB-495E-ACBD-43CD9262A382}"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685800" y="1143000"/>
            <a:ext cx="5486040" cy="3085920"/>
          </a:xfrm>
          <a:prstGeom prst="rect">
            <a:avLst/>
          </a:prstGeom>
          <a:ln w="0">
            <a:noFill/>
          </a:ln>
        </p:spPr>
      </p:sp>
      <p:sp>
        <p:nvSpPr>
          <p:cNvPr id="5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82"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B0A3FD3C-8070-46D7-89BB-D23552E4E6FA}"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685800" y="1143000"/>
            <a:ext cx="5486040" cy="3085920"/>
          </a:xfrm>
          <a:prstGeom prst="rect">
            <a:avLst/>
          </a:prstGeom>
          <a:ln w="0">
            <a:noFill/>
          </a:ln>
        </p:spPr>
      </p:sp>
      <p:sp>
        <p:nvSpPr>
          <p:cNvPr id="5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85"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78FC9904-12F8-4758-8D4F-31C8BA8739E9}"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685800" y="1143000"/>
            <a:ext cx="5486040" cy="3085920"/>
          </a:xfrm>
          <a:prstGeom prst="rect">
            <a:avLst/>
          </a:prstGeom>
          <a:ln w="0">
            <a:noFill/>
          </a:ln>
        </p:spPr>
      </p:sp>
      <p:sp>
        <p:nvSpPr>
          <p:cNvPr id="5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88"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54B933CA-4071-4A5B-8926-D047B9468D67}"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685800" y="1143000"/>
            <a:ext cx="5486040" cy="3085920"/>
          </a:xfrm>
          <a:prstGeom prst="rect">
            <a:avLst/>
          </a:prstGeom>
          <a:ln w="0">
            <a:noFill/>
          </a:ln>
        </p:spPr>
      </p:sp>
      <p:sp>
        <p:nvSpPr>
          <p:cNvPr id="5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91"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F0508A6F-C332-4529-AE0E-906443821EA0}"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6040" cy="308592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94"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CDD167DB-434D-44C4-A780-43A58D007FFA}"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6040" cy="3085920"/>
          </a:xfrm>
          <a:prstGeom prst="rect">
            <a:avLst/>
          </a:prstGeom>
          <a:ln w="0">
            <a:noFill/>
          </a:ln>
        </p:spPr>
      </p:sp>
      <p:sp>
        <p:nvSpPr>
          <p:cNvPr id="5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97"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E3BF035F-2B15-4ADA-8A25-670E8F9434BE}"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6040" cy="3085920"/>
          </a:xfrm>
          <a:prstGeom prst="rect">
            <a:avLst/>
          </a:prstGeom>
          <a:ln w="0">
            <a:noFill/>
          </a:ln>
        </p:spPr>
      </p:sp>
      <p:sp>
        <p:nvSpPr>
          <p:cNvPr id="5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600"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pc="-1" strike="noStrike">
                <a:solidFill>
                  <a:srgbClr val="000000"/>
                </a:solidFill>
                <a:latin typeface="Times New Roman"/>
              </a:defRPr>
            </a:lvl1pPr>
          </a:lstStyle>
          <a:p>
            <a:pPr indent="0" algn="r">
              <a:lnSpc>
                <a:spcPct val="100000"/>
              </a:lnSpc>
              <a:buNone/>
            </a:pPr>
            <a:fld id="{DD7FBC23-E49D-4243-96B8-1433F4EF8989}" type="slidenum">
              <a:rPr b="0" lang="nb-NO"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rside med bilder splitte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fire bolk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fem bolk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fire bolker ">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re figur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re figurer ">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re figurer (Uten bilde)">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re figurer (Uten bilde, Lys)">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om">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vslutning">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de med heldekkende bilde">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de med heldekkende video">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innhold">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tekst og bil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to bolker">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to bolker (Underoverskrift)">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tel og tekst i tre bolker">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1">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p>
            <a:r>
              <a:t>Footer</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2">
    <p:spTree>
      <p:nvGrpSpPr>
        <p:cNvPr id="1" name=""/>
        <p:cNvGrpSpPr/>
        <p:nvPr/>
      </p:nvGrpSpPr>
      <p:grpSpPr>
        <a:xfrm>
          <a:off x="0" y="0"/>
          <a:ext cx="0" cy="0"/>
          <a:chOff x="0" y="0"/>
          <a:chExt cx="0" cy="0"/>
        </a:xfrm>
      </p:grpSpPr>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3">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4">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Blå">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Lys Lilla">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Rød">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Lys Rø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Grønn">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Lys Grøn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Mørk Grøn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Gul">
    <p:spTree>
      <p:nvGrpSpPr>
        <p:cNvPr id="1" name=""/>
        <p:cNvGrpSpPr/>
        <p:nvPr/>
      </p:nvGrpSpPr>
      <p:grpSpPr>
        <a:xfrm>
          <a:off x="0" y="0"/>
          <a:ext cx="0" cy="0"/>
          <a:chOff x="0" y="0"/>
          <a:chExt cx="0" cy="0"/>
        </a:xfrm>
      </p:grpSpPr>
      <p:sp>
        <p:nvSpPr>
          <p:cNvPr id="2" name="PlaceHolder 1"/>
          <p:cNvSpPr>
            <a:spLocks noGrp="1"/>
          </p:cNvSpPr>
          <p:nvPr>
            <p:ph type="ftr" idx="15"/>
          </p:nvPr>
        </p:nvSpPr>
        <p:spPr/>
        <p:txBody>
          <a:bodyPr/>
          <a:p>
            <a:r>
              <a:t>Footer</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Lys Gul">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tel Lilla">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8">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9">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0">
    <p:spTree>
      <p:nvGrpSpPr>
        <p:cNvPr id="1" name=""/>
        <p:cNvGrpSpPr/>
        <p:nvPr/>
      </p:nvGrpSpPr>
      <p:grpSpPr>
        <a:xfrm>
          <a:off x="0" y="0"/>
          <a:ext cx="0" cy="0"/>
          <a:chOff x="0" y="0"/>
          <a:chExt cx="0" cy="0"/>
        </a:xfrm>
      </p:grpSpPr>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1">
    <p:spTree>
      <p:nvGrpSpPr>
        <p:cNvPr id="1" name=""/>
        <p:cNvGrpSpPr/>
        <p:nvPr/>
      </p:nvGrpSpPr>
      <p:grpSpPr>
        <a:xfrm>
          <a:off x="0" y="0"/>
          <a:ext cx="0" cy="0"/>
          <a:chOff x="0" y="0"/>
          <a:chExt cx="0" cy="0"/>
        </a:xfrm>
      </p:grpSpPr>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2">
    <p:spTree>
      <p:nvGrpSpPr>
        <p:cNvPr id="1" name=""/>
        <p:cNvGrpSpPr/>
        <p:nvPr/>
      </p:nvGrpSpPr>
      <p:grpSpPr>
        <a:xfrm>
          <a:off x="0" y="0"/>
          <a:ext cx="0" cy="0"/>
          <a:chOff x="0" y="0"/>
          <a:chExt cx="0" cy="0"/>
        </a:xfrm>
      </p:grpSpPr>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3">
    <p:spTree>
      <p:nvGrpSpPr>
        <p:cNvPr id="1" name=""/>
        <p:cNvGrpSpPr/>
        <p:nvPr/>
      </p:nvGrpSpPr>
      <p:grpSpPr>
        <a:xfrm>
          <a:off x="0" y="0"/>
          <a:ext cx="0" cy="0"/>
          <a:chOff x="0" y="0"/>
          <a:chExt cx="0" cy="0"/>
        </a:xfrm>
      </p:grpSpPr>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4">
    <p:spTree>
      <p:nvGrpSpPr>
        <p:cNvPr id="1" name=""/>
        <p:cNvGrpSpPr/>
        <p:nvPr/>
      </p:nvGrpSpPr>
      <p:grpSpPr>
        <a:xfrm>
          <a:off x="0" y="0"/>
          <a:ext cx="0" cy="0"/>
          <a:chOff x="0" y="0"/>
          <a:chExt cx="0" cy="0"/>
        </a:xfrm>
      </p:grpSpPr>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5">
    <p:spTree>
      <p:nvGrpSpPr>
        <p:cNvPr id="1" name=""/>
        <p:cNvGrpSpPr/>
        <p:nvPr/>
      </p:nvGrpSpPr>
      <p:grpSpPr>
        <a:xfrm>
          <a:off x="0" y="0"/>
          <a:ext cx="0" cy="0"/>
          <a:chOff x="0" y="0"/>
          <a:chExt cx="0" cy="0"/>
        </a:xfrm>
      </p:grpSpPr>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6">
    <p:spTree>
      <p:nvGrpSpPr>
        <p:cNvPr id="1" name=""/>
        <p:cNvGrpSpPr/>
        <p:nvPr/>
      </p:nvGrpSpPr>
      <p:grpSpPr>
        <a:xfrm>
          <a:off x="0" y="0"/>
          <a:ext cx="0" cy="0"/>
          <a:chOff x="0" y="0"/>
          <a:chExt cx="0" cy="0"/>
        </a:xfrm>
      </p:grpSpPr>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7">
    <p:spTree>
      <p:nvGrpSpPr>
        <p:cNvPr id="1" name=""/>
        <p:cNvGrpSpPr/>
        <p:nvPr/>
      </p:nvGrpSpPr>
      <p:grpSpPr>
        <a:xfrm>
          <a:off x="0" y="0"/>
          <a:ext cx="0" cy="0"/>
          <a:chOff x="0" y="0"/>
          <a:chExt cx="0" cy="0"/>
        </a:xfrm>
      </p:grpSpPr>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spTree>
      <p:nvGrpSpPr>
        <p:cNvPr id="1" name=""/>
        <p:cNvGrpSpPr/>
        <p:nvPr/>
      </p:nvGrpSpPr>
      <p:grpSpPr>
        <a:xfrm>
          <a:off x="0" y="0"/>
          <a:ext cx="0" cy="0"/>
          <a:chOff x="0" y="0"/>
          <a:chExt cx="0" cy="0"/>
        </a:xfrm>
      </p:grpSpPr>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0">
    <p:spTree>
      <p:nvGrpSpPr>
        <p:cNvPr id="1" name=""/>
        <p:cNvGrpSpPr/>
        <p:nvPr/>
      </p:nvGrpSpPr>
      <p:grpSpPr>
        <a:xfrm>
          <a:off x="0" y="0"/>
          <a:ext cx="0" cy="0"/>
          <a:chOff x="0" y="0"/>
          <a:chExt cx="0" cy="0"/>
        </a:xfrm>
      </p:grpSpPr>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Side med heldekkende bil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1">
    <p:spTree>
      <p:nvGrpSpPr>
        <p:cNvPr id="1" name=""/>
        <p:cNvGrpSpPr/>
        <p:nvPr/>
      </p:nvGrpSpPr>
      <p:grpSpPr>
        <a:xfrm>
          <a:off x="0" y="0"/>
          <a:ext cx="0" cy="0"/>
          <a:chOff x="0" y="0"/>
          <a:chExt cx="0" cy="0"/>
        </a:xfrm>
      </p:grpSpPr>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2">
    <p:spTree>
      <p:nvGrpSpPr>
        <p:cNvPr id="1" name=""/>
        <p:cNvGrpSpPr/>
        <p:nvPr/>
      </p:nvGrpSpPr>
      <p:grpSpPr>
        <a:xfrm>
          <a:off x="0" y="0"/>
          <a:ext cx="0" cy="0"/>
          <a:chOff x="0" y="0"/>
          <a:chExt cx="0" cy="0"/>
        </a:xfrm>
      </p:grpSpPr>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3">
    <p:spTree>
      <p:nvGrpSpPr>
        <p:cNvPr id="1" name=""/>
        <p:cNvGrpSpPr/>
        <p:nvPr/>
      </p:nvGrpSpPr>
      <p:grpSpPr>
        <a:xfrm>
          <a:off x="0" y="0"/>
          <a:ext cx="0" cy="0"/>
          <a:chOff x="0" y="0"/>
          <a:chExt cx="0" cy="0"/>
        </a:xfrm>
      </p:grpSpPr>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4">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5">
    <p:spTree>
      <p:nvGrpSpPr>
        <p:cNvPr id="1" name=""/>
        <p:cNvGrpSpPr/>
        <p:nvPr/>
      </p:nvGrpSpPr>
      <p:grpSpPr>
        <a:xfrm>
          <a:off x="0" y="0"/>
          <a:ext cx="0" cy="0"/>
          <a:chOff x="0" y="0"/>
          <a:chExt cx="0" cy="0"/>
        </a:xfrm>
      </p:grpSpPr>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6">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hyperlink" Target="https://www.sintef.no/75/" TargetMode="External"/><Relationship Id="rId7"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jpe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10.jpeg"/><Relationship Id="rId5"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11.jpeg"/><Relationship Id="rId5"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jpe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hyperlink" Target="https://www.sintef.no/75/" TargetMode="External"/><Relationship Id="rId7"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jpe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slideLayout" Target="../slideLayouts/slideLayout61.xml"/>
</Relationships>
</file>

<file path=ppt/slideMasters/_rels/slideMaster62.xml.rels><?xml version="1.0" encoding="UTF-8"?>
<Relationships xmlns="http://schemas.openxmlformats.org/package/2006/relationships"><Relationship Id="rId1" Type="http://schemas.openxmlformats.org/officeDocument/2006/relationships/theme" Target="../theme/theme6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Layout" Target="../slideLayouts/slideLayout62.xml"/>
</Relationships>
</file>

<file path=ppt/slideMasters/_rels/slideMaster63.xml.rels><?xml version="1.0" encoding="UTF-8"?>
<Relationships xmlns="http://schemas.openxmlformats.org/package/2006/relationships"><Relationship Id="rId1" Type="http://schemas.openxmlformats.org/officeDocument/2006/relationships/theme" Target="../theme/theme6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3.xml"/>
</Relationships>
</file>

<file path=ppt/slideMasters/_rels/slideMaster64.xml.rels><?xml version="1.0" encoding="UTF-8"?>
<Relationships xmlns="http://schemas.openxmlformats.org/package/2006/relationships"><Relationship Id="rId1" Type="http://schemas.openxmlformats.org/officeDocument/2006/relationships/theme" Target="../theme/theme6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4.xml"/>
</Relationships>
</file>

<file path=ppt/slideMasters/_rels/slideMaster65.xml.rels><?xml version="1.0" encoding="UTF-8"?>
<Relationships xmlns="http://schemas.openxmlformats.org/package/2006/relationships"><Relationship Id="rId1" Type="http://schemas.openxmlformats.org/officeDocument/2006/relationships/theme" Target="../theme/theme6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5.xml"/>
</Relationships>
</file>

<file path=ppt/slideMasters/_rels/slideMaster66.xml.rels><?xml version="1.0" encoding="UTF-8"?>
<Relationships xmlns="http://schemas.openxmlformats.org/package/2006/relationships"><Relationship Id="rId1" Type="http://schemas.openxmlformats.org/officeDocument/2006/relationships/theme" Target="../theme/theme6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6.xml"/>
</Relationships>
</file>

<file path=ppt/slideMasters/_rels/slideMaster67.xml.rels><?xml version="1.0" encoding="UTF-8"?>
<Relationships xmlns="http://schemas.openxmlformats.org/package/2006/relationships"><Relationship Id="rId1" Type="http://schemas.openxmlformats.org/officeDocument/2006/relationships/theme" Target="../theme/theme6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 name="PlaceHolder 1"/>
          <p:cNvSpPr>
            <a:spLocks noGrp="1"/>
          </p:cNvSpPr>
          <p:nvPr>
            <p:ph type="body"/>
          </p:nvPr>
        </p:nvSpPr>
        <p:spPr>
          <a:xfrm>
            <a:off x="0" y="3821400"/>
            <a:ext cx="489708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dk2"/>
                </a:solidFill>
                <a:latin typeface="Calibri Light"/>
              </a:rPr>
              <a:t> </a:t>
            </a:r>
            <a:endParaRPr b="0" lang="nb-NO" sz="2400" spc="-1" strike="noStrike">
              <a:solidFill>
                <a:schemeClr val="dk2"/>
              </a:solidFill>
              <a:latin typeface="Calibri Light"/>
            </a:endParaRPr>
          </a:p>
        </p:txBody>
      </p:sp>
      <p:sp>
        <p:nvSpPr>
          <p:cNvPr id="2" name="PlaceHolder 2"/>
          <p:cNvSpPr>
            <a:spLocks noGrp="1"/>
          </p:cNvSpPr>
          <p:nvPr>
            <p:ph type="body"/>
          </p:nvPr>
        </p:nvSpPr>
        <p:spPr>
          <a:xfrm>
            <a:off x="4897440" y="0"/>
            <a:ext cx="7294320" cy="6858000"/>
          </a:xfrm>
          <a:prstGeom prst="rect">
            <a:avLst/>
          </a:prstGeom>
          <a:blipFill rotWithShape="0">
            <a:blip r:embed="rId4"/>
            <a:stretch/>
          </a:blip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3" name="PlaceHolder 3"/>
          <p:cNvSpPr>
            <a:spLocks noGrp="1"/>
          </p:cNvSpPr>
          <p:nvPr>
            <p:ph type="title"/>
          </p:nvPr>
        </p:nvSpPr>
        <p:spPr>
          <a:xfrm>
            <a:off x="720000" y="3585600"/>
            <a:ext cx="384732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En kort tittel</a:t>
            </a:r>
            <a:endParaRPr b="0" lang="nb-NO" sz="3850" spc="-1" strike="noStrike">
              <a:solidFill>
                <a:schemeClr val="dk1"/>
              </a:solidFill>
              <a:latin typeface="Calibri"/>
            </a:endParaRPr>
          </a:p>
        </p:txBody>
      </p:sp>
      <p:sp>
        <p:nvSpPr>
          <p:cNvPr id="4" name="PlaceHolder 4"/>
          <p:cNvSpPr>
            <a:spLocks noGrp="1"/>
          </p:cNvSpPr>
          <p:nvPr>
            <p:ph type="ftr" idx="1"/>
          </p:nvPr>
        </p:nvSpPr>
        <p:spPr>
          <a:xfrm>
            <a:off x="8022600" y="6354360"/>
            <a:ext cx="3487680" cy="193680"/>
          </a:xfrm>
          <a:prstGeom prst="rect">
            <a:avLst/>
          </a:prstGeom>
          <a:noFill/>
          <a:ln w="0">
            <a:noFill/>
          </a:ln>
        </p:spPr>
        <p:txBody>
          <a:bodyPr lIns="90000" rIns="90000" tIns="45000" bIns="45000" anchor="t">
            <a:noAutofit/>
          </a:bodyPr>
          <a:lstStyle>
            <a:lvl1pPr indent="0" defTabSz="914400">
              <a:lnSpc>
                <a:spcPct val="100000"/>
              </a:lnSpc>
              <a:buNone/>
              <a:defRPr b="0" lang="nb-NO" sz="1800" spc="-1" strike="noStrike">
                <a:solidFill>
                  <a:schemeClr val="dk2"/>
                </a:solidFill>
                <a:latin typeface="Calibri"/>
              </a:defRPr>
            </a:lvl1pPr>
          </a:lstStyle>
          <a:p>
            <a:pPr indent="0"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pic>
        <p:nvPicPr>
          <p:cNvPr id="5" name="Grafikk 1" descr=""/>
          <p:cNvPicPr/>
          <p:nvPr/>
        </p:nvPicPr>
        <p:blipFill>
          <a:blip r:embed="rId5">
            <a:extLst>
              <a:ext uri="{96DAC541-7B7A-43D3-8B79-37D633B846F1}">
                <asvg:svgBlip xmlns:asvg="http://schemas.microsoft.com/office/drawing/2016/SVG/main" r:embed="rId6"/>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7"/>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7"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8" name="PlaceHolder 2"/>
          <p:cNvSpPr>
            <a:spLocks noGrp="1"/>
          </p:cNvSpPr>
          <p:nvPr>
            <p:ph type="body"/>
          </p:nvPr>
        </p:nvSpPr>
        <p:spPr>
          <a:xfrm>
            <a:off x="75816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9" name="PlaceHolder 3"/>
          <p:cNvSpPr>
            <a:spLocks noGrp="1"/>
          </p:cNvSpPr>
          <p:nvPr>
            <p:ph type="body"/>
          </p:nvPr>
        </p:nvSpPr>
        <p:spPr>
          <a:xfrm>
            <a:off x="75816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0" name="PlaceHolder 4"/>
          <p:cNvSpPr>
            <a:spLocks noGrp="1"/>
          </p:cNvSpPr>
          <p:nvPr>
            <p:ph type="body"/>
          </p:nvPr>
        </p:nvSpPr>
        <p:spPr>
          <a:xfrm>
            <a:off x="359496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1" name="PlaceHolder 5"/>
          <p:cNvSpPr>
            <a:spLocks noGrp="1"/>
          </p:cNvSpPr>
          <p:nvPr>
            <p:ph type="body"/>
          </p:nvPr>
        </p:nvSpPr>
        <p:spPr>
          <a:xfrm>
            <a:off x="643140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2" name="PlaceHolder 6"/>
          <p:cNvSpPr>
            <a:spLocks noGrp="1"/>
          </p:cNvSpPr>
          <p:nvPr>
            <p:ph type="body"/>
          </p:nvPr>
        </p:nvSpPr>
        <p:spPr>
          <a:xfrm>
            <a:off x="927828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3" name="PlaceHolder 7"/>
          <p:cNvSpPr>
            <a:spLocks noGrp="1"/>
          </p:cNvSpPr>
          <p:nvPr>
            <p:ph type="body"/>
          </p:nvPr>
        </p:nvSpPr>
        <p:spPr>
          <a:xfrm>
            <a:off x="359496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14" name="PlaceHolder 8"/>
          <p:cNvSpPr>
            <a:spLocks noGrp="1"/>
          </p:cNvSpPr>
          <p:nvPr>
            <p:ph type="body"/>
          </p:nvPr>
        </p:nvSpPr>
        <p:spPr>
          <a:xfrm>
            <a:off x="643140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15" name="PlaceHolder 9"/>
          <p:cNvSpPr>
            <a:spLocks noGrp="1"/>
          </p:cNvSpPr>
          <p:nvPr>
            <p:ph type="body"/>
          </p:nvPr>
        </p:nvSpPr>
        <p:spPr>
          <a:xfrm>
            <a:off x="927828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7"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8" name="PlaceHolder 2"/>
          <p:cNvSpPr>
            <a:spLocks noGrp="1"/>
          </p:cNvSpPr>
          <p:nvPr>
            <p:ph type="body"/>
          </p:nvPr>
        </p:nvSpPr>
        <p:spPr>
          <a:xfrm>
            <a:off x="75816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19" name="PlaceHolder 3"/>
          <p:cNvSpPr>
            <a:spLocks noGrp="1"/>
          </p:cNvSpPr>
          <p:nvPr>
            <p:ph type="body"/>
          </p:nvPr>
        </p:nvSpPr>
        <p:spPr>
          <a:xfrm>
            <a:off x="298152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20" name="PlaceHolder 4"/>
          <p:cNvSpPr>
            <a:spLocks noGrp="1"/>
          </p:cNvSpPr>
          <p:nvPr>
            <p:ph type="body"/>
          </p:nvPr>
        </p:nvSpPr>
        <p:spPr>
          <a:xfrm>
            <a:off x="520452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21" name="PlaceHolder 5"/>
          <p:cNvSpPr>
            <a:spLocks noGrp="1"/>
          </p:cNvSpPr>
          <p:nvPr>
            <p:ph type="body"/>
          </p:nvPr>
        </p:nvSpPr>
        <p:spPr>
          <a:xfrm>
            <a:off x="742788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22" name="PlaceHolder 6"/>
          <p:cNvSpPr>
            <a:spLocks noGrp="1"/>
          </p:cNvSpPr>
          <p:nvPr>
            <p:ph type="body"/>
          </p:nvPr>
        </p:nvSpPr>
        <p:spPr>
          <a:xfrm>
            <a:off x="965088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23" name="PlaceHolder 7"/>
          <p:cNvSpPr>
            <a:spLocks noGrp="1"/>
          </p:cNvSpPr>
          <p:nvPr>
            <p:ph type="body"/>
          </p:nvPr>
        </p:nvSpPr>
        <p:spPr>
          <a:xfrm>
            <a:off x="75816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24" name="PlaceHolder 8"/>
          <p:cNvSpPr>
            <a:spLocks noGrp="1"/>
          </p:cNvSpPr>
          <p:nvPr>
            <p:ph type="body"/>
          </p:nvPr>
        </p:nvSpPr>
        <p:spPr>
          <a:xfrm>
            <a:off x="298152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25" name="PlaceHolder 9"/>
          <p:cNvSpPr>
            <a:spLocks noGrp="1"/>
          </p:cNvSpPr>
          <p:nvPr>
            <p:ph type="body"/>
          </p:nvPr>
        </p:nvSpPr>
        <p:spPr>
          <a:xfrm>
            <a:off x="520452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26" name="PlaceHolder 10"/>
          <p:cNvSpPr>
            <a:spLocks noGrp="1"/>
          </p:cNvSpPr>
          <p:nvPr>
            <p:ph type="body"/>
          </p:nvPr>
        </p:nvSpPr>
        <p:spPr>
          <a:xfrm>
            <a:off x="742788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27" name="PlaceHolder 11"/>
          <p:cNvSpPr>
            <a:spLocks noGrp="1"/>
          </p:cNvSpPr>
          <p:nvPr>
            <p:ph type="body"/>
          </p:nvPr>
        </p:nvSpPr>
        <p:spPr>
          <a:xfrm>
            <a:off x="965088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8"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0" name="PlaceHolder 2"/>
          <p:cNvSpPr>
            <a:spLocks noGrp="1"/>
          </p:cNvSpPr>
          <p:nvPr>
            <p:ph type="body"/>
          </p:nvPr>
        </p:nvSpPr>
        <p:spPr>
          <a:xfrm>
            <a:off x="758160" y="225900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1" name="PlaceHolder 3"/>
          <p:cNvSpPr>
            <a:spLocks noGrp="1"/>
          </p:cNvSpPr>
          <p:nvPr>
            <p:ph type="body"/>
          </p:nvPr>
        </p:nvSpPr>
        <p:spPr>
          <a:xfrm>
            <a:off x="758160" y="420192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2" name="PlaceHolder 4"/>
          <p:cNvSpPr>
            <a:spLocks noGrp="1"/>
          </p:cNvSpPr>
          <p:nvPr>
            <p:ph type="body"/>
          </p:nvPr>
        </p:nvSpPr>
        <p:spPr>
          <a:xfrm>
            <a:off x="6360840" y="225900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 name="PlaceHolder 5"/>
          <p:cNvSpPr>
            <a:spLocks noGrp="1"/>
          </p:cNvSpPr>
          <p:nvPr>
            <p:ph type="body"/>
          </p:nvPr>
        </p:nvSpPr>
        <p:spPr>
          <a:xfrm>
            <a:off x="6360840" y="420192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5"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6" name="Text Placeholder 7"/>
          <p:cNvSpPr/>
          <p:nvPr/>
        </p:nvSpPr>
        <p:spPr>
          <a:xfrm>
            <a:off x="717840" y="197388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7" name="PlaceHolder 2"/>
          <p:cNvSpPr>
            <a:spLocks noGrp="1"/>
          </p:cNvSpPr>
          <p:nvPr>
            <p:ph type="body"/>
          </p:nvPr>
        </p:nvSpPr>
        <p:spPr>
          <a:xfrm>
            <a:off x="91980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38" name="Text Placeholder 7"/>
          <p:cNvSpPr/>
          <p:nvPr/>
        </p:nvSpPr>
        <p:spPr>
          <a:xfrm>
            <a:off x="3565440" y="196992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9" name="PlaceHolder 3"/>
          <p:cNvSpPr>
            <a:spLocks noGrp="1"/>
          </p:cNvSpPr>
          <p:nvPr>
            <p:ph type="body"/>
          </p:nvPr>
        </p:nvSpPr>
        <p:spPr>
          <a:xfrm>
            <a:off x="376704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40" name="Text Placeholder 7"/>
          <p:cNvSpPr/>
          <p:nvPr/>
        </p:nvSpPr>
        <p:spPr>
          <a:xfrm>
            <a:off x="6387480" y="197388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41" name="PlaceHolder 4"/>
          <p:cNvSpPr>
            <a:spLocks noGrp="1"/>
          </p:cNvSpPr>
          <p:nvPr>
            <p:ph type="body"/>
          </p:nvPr>
        </p:nvSpPr>
        <p:spPr>
          <a:xfrm>
            <a:off x="658908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42" name="Text Placeholder 7"/>
          <p:cNvSpPr/>
          <p:nvPr/>
        </p:nvSpPr>
        <p:spPr>
          <a:xfrm>
            <a:off x="9222120" y="196992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43" name="PlaceHolder 5"/>
          <p:cNvSpPr>
            <a:spLocks noGrp="1"/>
          </p:cNvSpPr>
          <p:nvPr>
            <p:ph type="body"/>
          </p:nvPr>
        </p:nvSpPr>
        <p:spPr>
          <a:xfrm>
            <a:off x="942372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5"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6" name="Text Placeholder 7"/>
          <p:cNvSpPr/>
          <p:nvPr/>
        </p:nvSpPr>
        <p:spPr>
          <a:xfrm>
            <a:off x="717840" y="2126520"/>
            <a:ext cx="2548800" cy="4247640"/>
          </a:xfrm>
          <a:prstGeom prst="roundRect">
            <a:avLst>
              <a:gd name="adj" fmla="val 9567"/>
            </a:avLst>
          </a:prstGeom>
          <a:solidFill>
            <a:schemeClr val="tx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47" name="PlaceHolder 2"/>
          <p:cNvSpPr>
            <a:spLocks noGrp="1"/>
          </p:cNvSpPr>
          <p:nvPr>
            <p:ph type="body"/>
          </p:nvPr>
        </p:nvSpPr>
        <p:spPr>
          <a:xfrm>
            <a:off x="87696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48" name="PlaceHolder 3"/>
          <p:cNvSpPr>
            <a:spLocks noGrp="1"/>
          </p:cNvSpPr>
          <p:nvPr>
            <p:ph type="body"/>
          </p:nvPr>
        </p:nvSpPr>
        <p:spPr>
          <a:xfrm>
            <a:off x="78372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49" name="Text Placeholder 7"/>
          <p:cNvSpPr/>
          <p:nvPr/>
        </p:nvSpPr>
        <p:spPr>
          <a:xfrm>
            <a:off x="3465000" y="2126520"/>
            <a:ext cx="2548800" cy="4247640"/>
          </a:xfrm>
          <a:prstGeom prst="roundRect">
            <a:avLst>
              <a:gd name="adj" fmla="val 9567"/>
            </a:avLst>
          </a:prstGeom>
          <a:solidFill>
            <a:schemeClr val="accent4"/>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50" name="PlaceHolder 4"/>
          <p:cNvSpPr>
            <a:spLocks noGrp="1"/>
          </p:cNvSpPr>
          <p:nvPr>
            <p:ph type="body"/>
          </p:nvPr>
        </p:nvSpPr>
        <p:spPr>
          <a:xfrm>
            <a:off x="362412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51" name="PlaceHolder 5"/>
          <p:cNvSpPr>
            <a:spLocks noGrp="1"/>
          </p:cNvSpPr>
          <p:nvPr>
            <p:ph type="body"/>
          </p:nvPr>
        </p:nvSpPr>
        <p:spPr>
          <a:xfrm>
            <a:off x="353088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52" name="Text Placeholder 7"/>
          <p:cNvSpPr/>
          <p:nvPr/>
        </p:nvSpPr>
        <p:spPr>
          <a:xfrm>
            <a:off x="6213240" y="2126520"/>
            <a:ext cx="2548800" cy="4247640"/>
          </a:xfrm>
          <a:prstGeom prst="roundRect">
            <a:avLst>
              <a:gd name="adj" fmla="val 9567"/>
            </a:avLst>
          </a:prstGeom>
          <a:solidFill>
            <a:schemeClr val="accent3"/>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53" name="PlaceHolder 6"/>
          <p:cNvSpPr>
            <a:spLocks noGrp="1"/>
          </p:cNvSpPr>
          <p:nvPr>
            <p:ph type="body"/>
          </p:nvPr>
        </p:nvSpPr>
        <p:spPr>
          <a:xfrm>
            <a:off x="637236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54" name="PlaceHolder 7"/>
          <p:cNvSpPr>
            <a:spLocks noGrp="1"/>
          </p:cNvSpPr>
          <p:nvPr>
            <p:ph type="body"/>
          </p:nvPr>
        </p:nvSpPr>
        <p:spPr>
          <a:xfrm>
            <a:off x="627876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55" name="Text Placeholder 7"/>
          <p:cNvSpPr/>
          <p:nvPr/>
        </p:nvSpPr>
        <p:spPr>
          <a:xfrm>
            <a:off x="8960760" y="2126520"/>
            <a:ext cx="2548800" cy="4247640"/>
          </a:xfrm>
          <a:prstGeom prst="roundRect">
            <a:avLst>
              <a:gd name="adj" fmla="val 9567"/>
            </a:avLst>
          </a:prstGeom>
          <a:solidFill>
            <a:schemeClr val="accent1"/>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56" name="PlaceHolder 8"/>
          <p:cNvSpPr>
            <a:spLocks noGrp="1"/>
          </p:cNvSpPr>
          <p:nvPr>
            <p:ph type="body"/>
          </p:nvPr>
        </p:nvSpPr>
        <p:spPr>
          <a:xfrm>
            <a:off x="912024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57" name="PlaceHolder 9"/>
          <p:cNvSpPr>
            <a:spLocks noGrp="1"/>
          </p:cNvSpPr>
          <p:nvPr>
            <p:ph type="body"/>
          </p:nvPr>
        </p:nvSpPr>
        <p:spPr>
          <a:xfrm>
            <a:off x="902664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5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60" name="Text Placeholder 7"/>
          <p:cNvSpPr/>
          <p:nvPr/>
        </p:nvSpPr>
        <p:spPr>
          <a:xfrm>
            <a:off x="717840" y="2126520"/>
            <a:ext cx="2548800" cy="4247640"/>
          </a:xfrm>
          <a:prstGeom prst="roundRect">
            <a:avLst>
              <a:gd name="adj" fmla="val 9567"/>
            </a:avLst>
          </a:prstGeom>
          <a:solidFill>
            <a:schemeClr val="tx2"/>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61" name="PlaceHolder 2"/>
          <p:cNvSpPr>
            <a:spLocks noGrp="1"/>
          </p:cNvSpPr>
          <p:nvPr>
            <p:ph type="body"/>
          </p:nvPr>
        </p:nvSpPr>
        <p:spPr>
          <a:xfrm>
            <a:off x="87696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62" name="Text Placeholder 7"/>
          <p:cNvSpPr/>
          <p:nvPr/>
        </p:nvSpPr>
        <p:spPr>
          <a:xfrm>
            <a:off x="3465000" y="2126520"/>
            <a:ext cx="2548800" cy="4247640"/>
          </a:xfrm>
          <a:prstGeom prst="roundRect">
            <a:avLst>
              <a:gd name="adj" fmla="val 9567"/>
            </a:avLst>
          </a:prstGeom>
          <a:solidFill>
            <a:schemeClr val="accent4"/>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63" name="PlaceHolder 3"/>
          <p:cNvSpPr>
            <a:spLocks noGrp="1"/>
          </p:cNvSpPr>
          <p:nvPr>
            <p:ph type="body"/>
          </p:nvPr>
        </p:nvSpPr>
        <p:spPr>
          <a:xfrm>
            <a:off x="362412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64" name="Text Placeholder 7"/>
          <p:cNvSpPr/>
          <p:nvPr/>
        </p:nvSpPr>
        <p:spPr>
          <a:xfrm>
            <a:off x="6213240" y="2126520"/>
            <a:ext cx="2548800" cy="4247640"/>
          </a:xfrm>
          <a:prstGeom prst="roundRect">
            <a:avLst>
              <a:gd name="adj" fmla="val 9567"/>
            </a:avLst>
          </a:prstGeom>
          <a:solidFill>
            <a:schemeClr val="accent3"/>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65" name="PlaceHolder 4"/>
          <p:cNvSpPr>
            <a:spLocks noGrp="1"/>
          </p:cNvSpPr>
          <p:nvPr>
            <p:ph type="body"/>
          </p:nvPr>
        </p:nvSpPr>
        <p:spPr>
          <a:xfrm>
            <a:off x="637236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66" name="Text Placeholder 7"/>
          <p:cNvSpPr/>
          <p:nvPr/>
        </p:nvSpPr>
        <p:spPr>
          <a:xfrm>
            <a:off x="8960760" y="2126520"/>
            <a:ext cx="2548800" cy="4247640"/>
          </a:xfrm>
          <a:prstGeom prst="roundRect">
            <a:avLst>
              <a:gd name="adj" fmla="val 9567"/>
            </a:avLst>
          </a:prstGeom>
          <a:solidFill>
            <a:schemeClr val="accent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67" name="PlaceHolder 5"/>
          <p:cNvSpPr>
            <a:spLocks noGrp="1"/>
          </p:cNvSpPr>
          <p:nvPr>
            <p:ph type="body"/>
          </p:nvPr>
        </p:nvSpPr>
        <p:spPr>
          <a:xfrm>
            <a:off x="912024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8"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6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70" name="Text Placeholder 7"/>
          <p:cNvSpPr/>
          <p:nvPr/>
        </p:nvSpPr>
        <p:spPr>
          <a:xfrm>
            <a:off x="717840" y="2086920"/>
            <a:ext cx="2548800" cy="4247640"/>
          </a:xfrm>
          <a:prstGeom prst="roundRect">
            <a:avLst>
              <a:gd name="adj" fmla="val 9567"/>
            </a:avLst>
          </a:prstGeom>
          <a:solidFill>
            <a:srgbClr val="db8784"/>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71" name="PlaceHolder 2"/>
          <p:cNvSpPr>
            <a:spLocks noGrp="1"/>
          </p:cNvSpPr>
          <p:nvPr>
            <p:ph type="body"/>
          </p:nvPr>
        </p:nvSpPr>
        <p:spPr>
          <a:xfrm>
            <a:off x="87696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72" name="Text Placeholder 7"/>
          <p:cNvSpPr/>
          <p:nvPr/>
        </p:nvSpPr>
        <p:spPr>
          <a:xfrm>
            <a:off x="3465000" y="2086920"/>
            <a:ext cx="2548800" cy="4247640"/>
          </a:xfrm>
          <a:prstGeom prst="roundRect">
            <a:avLst>
              <a:gd name="adj" fmla="val 9567"/>
            </a:avLst>
          </a:prstGeom>
          <a:solidFill>
            <a:srgbClr val="efcc6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73" name="PlaceHolder 3"/>
          <p:cNvSpPr>
            <a:spLocks noGrp="1"/>
          </p:cNvSpPr>
          <p:nvPr>
            <p:ph type="body"/>
          </p:nvPr>
        </p:nvSpPr>
        <p:spPr>
          <a:xfrm>
            <a:off x="362412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74" name="Text Placeholder 7"/>
          <p:cNvSpPr/>
          <p:nvPr/>
        </p:nvSpPr>
        <p:spPr>
          <a:xfrm>
            <a:off x="6213240" y="2086920"/>
            <a:ext cx="2548800" cy="4247640"/>
          </a:xfrm>
          <a:prstGeom prst="roundRect">
            <a:avLst>
              <a:gd name="adj" fmla="val 9567"/>
            </a:avLst>
          </a:prstGeom>
          <a:solidFill>
            <a:srgbClr val="cdfae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75" name="PlaceHolder 4"/>
          <p:cNvSpPr>
            <a:spLocks noGrp="1"/>
          </p:cNvSpPr>
          <p:nvPr>
            <p:ph type="body"/>
          </p:nvPr>
        </p:nvSpPr>
        <p:spPr>
          <a:xfrm>
            <a:off x="637236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76" name="Text Placeholder 7"/>
          <p:cNvSpPr/>
          <p:nvPr/>
        </p:nvSpPr>
        <p:spPr>
          <a:xfrm>
            <a:off x="8960760" y="2086920"/>
            <a:ext cx="2548800" cy="4247640"/>
          </a:xfrm>
          <a:prstGeom prst="roundRect">
            <a:avLst>
              <a:gd name="adj" fmla="val 9567"/>
            </a:avLst>
          </a:prstGeom>
          <a:solidFill>
            <a:srgbClr val="14b978"/>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ffffff"/>
              </a:solidFill>
              <a:latin typeface="Arial"/>
            </a:endParaRPr>
          </a:p>
        </p:txBody>
      </p:sp>
      <p:sp>
        <p:nvSpPr>
          <p:cNvPr id="77" name="PlaceHolder 5"/>
          <p:cNvSpPr>
            <a:spLocks noGrp="1"/>
          </p:cNvSpPr>
          <p:nvPr>
            <p:ph type="body"/>
          </p:nvPr>
        </p:nvSpPr>
        <p:spPr>
          <a:xfrm>
            <a:off x="912024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8"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7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0"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7"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8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pic>
        <p:nvPicPr>
          <p:cNvPr id="82" name="Grafikk 5" descr=""/>
          <p:cNvPicPr/>
          <p:nvPr/>
        </p:nvPicPr>
        <p:blipFill>
          <a:blip r:embed="rId4">
            <a:extLst>
              <a:ext uri="{96DAC541-7B7A-43D3-8B79-37D633B846F1}">
                <asvg:svgBlip xmlns:asvg="http://schemas.microsoft.com/office/drawing/2016/SVG/main" r:embed="rId5"/>
              </a:ext>
            </a:extLst>
          </a:blip>
          <a:stretch/>
        </p:blipFill>
        <p:spPr>
          <a:xfrm>
            <a:off x="720000" y="-7560"/>
            <a:ext cx="1092240" cy="1304280"/>
          </a:xfrm>
          <a:prstGeom prst="rect">
            <a:avLst/>
          </a:prstGeom>
          <a:ln w="0">
            <a:noFill/>
          </a:ln>
        </p:spPr>
      </p:pic>
      <p:sp>
        <p:nvSpPr>
          <p:cNvPr id="83" name="TekstSylinder 7"/>
          <p:cNvSpPr/>
          <p:nvPr/>
        </p:nvSpPr>
        <p:spPr>
          <a:xfrm>
            <a:off x="1508400" y="2917440"/>
            <a:ext cx="9174600" cy="1530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nb-NO" sz="3800" spc="-1" strike="noStrike">
                <a:solidFill>
                  <a:schemeClr val="lt1"/>
                </a:solidFill>
                <a:latin typeface="Calibri"/>
              </a:rPr>
              <a:t>75 år med teknologi for et bedre samfunn</a:t>
            </a:r>
            <a:endParaRPr b="0" lang="en-US" sz="3800" spc="-1" strike="noStrike">
              <a:solidFill>
                <a:srgbClr val="ffffff"/>
              </a:solidFill>
              <a:latin typeface="Arial"/>
            </a:endParaRPr>
          </a:p>
          <a:p>
            <a:pPr algn="ctr" defTabSz="914400">
              <a:lnSpc>
                <a:spcPct val="100000"/>
              </a:lnSpc>
            </a:pPr>
            <a:endParaRPr b="0" lang="en-US" sz="2800" spc="-1" strike="noStrike">
              <a:solidFill>
                <a:srgbClr val="ffffff"/>
              </a:solidFill>
              <a:latin typeface="Arial"/>
            </a:endParaRPr>
          </a:p>
          <a:p>
            <a:pPr algn="ctr" defTabSz="914400">
              <a:lnSpc>
                <a:spcPct val="100000"/>
              </a:lnSpc>
            </a:pPr>
            <a:r>
              <a:rPr b="0" i="1" lang="nb-NO" sz="2800" spc="-1" strike="noStrike" u="sng">
                <a:solidFill>
                  <a:schemeClr val="lt1"/>
                </a:solidFill>
                <a:uFillTx/>
                <a:latin typeface="Calibri"/>
                <a:hlinkClick r:id="rId6"/>
              </a:rPr>
              <a:t>sintef.no/75</a:t>
            </a:r>
            <a:endParaRPr b="0" lang="en-US" sz="2800" spc="-1" strike="noStrike">
              <a:solidFill>
                <a:srgbClr val="ffffff"/>
              </a:solidFill>
              <a:latin typeface="Arial"/>
            </a:endParaRPr>
          </a:p>
        </p:txBody>
      </p:sp>
      <p:sp>
        <p:nvSpPr>
          <p:cNvPr id="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nb-NO" sz="1800" spc="-1" strike="noStrike">
                <a:solidFill>
                  <a:schemeClr val="dk1"/>
                </a:solidFill>
                <a:latin typeface="Calibri"/>
              </a:rPr>
              <a:t>Click to edit the title text format</a:t>
            </a:r>
            <a:endParaRPr b="0" lang="nb-NO" sz="1800" spc="-1" strike="noStrike">
              <a:solidFill>
                <a:schemeClr val="dk1"/>
              </a:solidFill>
              <a:latin typeface="Calibri"/>
            </a:endParaRPr>
          </a:p>
        </p:txBody>
      </p:sp>
      <p:sp>
        <p:nvSpPr>
          <p:cNvPr id="8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600" spc="-1" strike="noStrike">
                <a:solidFill>
                  <a:schemeClr val="dk2"/>
                </a:solidFill>
                <a:latin typeface="Calibri Light"/>
              </a:rPr>
              <a:t>Third Outline Level</a:t>
            </a:r>
            <a:endParaRPr b="0" lang="nb-NO" sz="16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500" spc="-1" strike="noStrike">
                <a:solidFill>
                  <a:schemeClr val="dk2"/>
                </a:solidFill>
                <a:latin typeface="Calibri Light"/>
              </a:rPr>
              <a:t>Fourth Outline Level</a:t>
            </a:r>
            <a:endParaRPr b="0" lang="nb-NO" sz="15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69" r:id="rId7"/>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pic>
        <p:nvPicPr>
          <p:cNvPr id="87" name="Bilde 9" descr="Et bilde som inneholder Menneskeansikt, smil, person, kunst&#10;&#10;Automatisk generert beskrivelse"/>
          <p:cNvPicPr/>
          <p:nvPr/>
        </p:nvPicPr>
        <p:blipFill>
          <a:blip r:embed="rId4"/>
          <a:stretch/>
        </p:blipFill>
        <p:spPr>
          <a:xfrm>
            <a:off x="0" y="0"/>
            <a:ext cx="12191760" cy="6857640"/>
          </a:xfrm>
          <a:prstGeom prst="rect">
            <a:avLst/>
          </a:prstGeom>
          <a:ln w="0">
            <a:noFill/>
          </a:ln>
        </p:spPr>
      </p:pic>
      <p:pic>
        <p:nvPicPr>
          <p:cNvPr id="88" name="Grafikk 3" descr=""/>
          <p:cNvPicPr/>
          <p:nvPr/>
        </p:nvPicPr>
        <p:blipFill>
          <a:blip r:embed="rId5">
            <a:extLst>
              <a:ext uri="{96DAC541-7B7A-43D3-8B79-37D633B846F1}">
                <asvg:svgBlip xmlns:asvg="http://schemas.microsoft.com/office/drawing/2016/SVG/main" r:embed="rId6"/>
              </a:ext>
            </a:extLst>
          </a:blip>
          <a:stretch/>
        </p:blipFill>
        <p:spPr>
          <a:xfrm>
            <a:off x="720000" y="0"/>
            <a:ext cx="1085400" cy="1296000"/>
          </a:xfrm>
          <a:prstGeom prst="rect">
            <a:avLst/>
          </a:prstGeom>
          <a:ln w="0">
            <a:noFill/>
          </a:ln>
        </p:spPr>
      </p:pic>
      <p:pic>
        <p:nvPicPr>
          <p:cNvPr id="89" name="Bilde 4" descr="Et bilde som inneholder Grafikk, Font, symbol, skjermbilde&#10;&#10;Automatisk generert beskrivelse"/>
          <p:cNvPicPr/>
          <p:nvPr/>
        </p:nvPicPr>
        <p:blipFill>
          <a:blip r:embed="rId7"/>
          <a:stretch/>
        </p:blipFill>
        <p:spPr>
          <a:xfrm>
            <a:off x="2980800" y="2379240"/>
            <a:ext cx="1134720" cy="1765440"/>
          </a:xfrm>
          <a:prstGeom prst="rect">
            <a:avLst/>
          </a:prstGeom>
          <a:ln w="0">
            <a:noFill/>
          </a:ln>
        </p:spPr>
      </p:pic>
      <p:sp>
        <p:nvSpPr>
          <p:cNvPr id="90" name="TekstSylinder 5"/>
          <p:cNvSpPr/>
          <p:nvPr/>
        </p:nvSpPr>
        <p:spPr>
          <a:xfrm>
            <a:off x="2035800" y="4547520"/>
            <a:ext cx="2864160" cy="9432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i="1" lang="nb-NO" sz="2000" spc="-1" strike="noStrike">
                <a:solidFill>
                  <a:schemeClr val="lt1"/>
                </a:solidFill>
                <a:latin typeface="Calibri Light"/>
              </a:rPr>
              <a:t>1950 – 2025</a:t>
            </a:r>
            <a:endParaRPr b="0" lang="en-US" sz="2000" spc="-1" strike="noStrike">
              <a:solidFill>
                <a:srgbClr val="000000"/>
              </a:solidFill>
              <a:latin typeface="Arial"/>
            </a:endParaRPr>
          </a:p>
          <a:p>
            <a:pPr algn="ctr" defTabSz="914400">
              <a:lnSpc>
                <a:spcPct val="100000"/>
              </a:lnSpc>
            </a:pPr>
            <a:r>
              <a:rPr b="0" i="1" lang="nb-NO" sz="1800" spc="-1" strike="noStrike">
                <a:solidFill>
                  <a:schemeClr val="lt1"/>
                </a:solidFill>
                <a:latin typeface="Calibri Light"/>
              </a:rPr>
              <a:t>75 år med teknologi for et bedre samfunn</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8"/>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92"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93" name="PlaceHolder 2"/>
          <p:cNvSpPr>
            <a:spLocks noGrp="1"/>
          </p:cNvSpPr>
          <p:nvPr>
            <p:ph type="body"/>
          </p:nvPr>
        </p:nvSpPr>
        <p:spPr>
          <a:xfrm>
            <a:off x="0" y="3821400"/>
            <a:ext cx="539712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dk2"/>
                </a:solidFill>
                <a:latin typeface="Calibri Light"/>
              </a:rPr>
              <a:t> </a:t>
            </a:r>
            <a:endParaRPr b="0" lang="nb-NO" sz="2400" spc="-1" strike="noStrike">
              <a:solidFill>
                <a:schemeClr val="dk2"/>
              </a:solidFill>
              <a:latin typeface="Calibri Light"/>
            </a:endParaRPr>
          </a:p>
        </p:txBody>
      </p:sp>
      <p:sp>
        <p:nvSpPr>
          <p:cNvPr id="94" name="PlaceHolder 3"/>
          <p:cNvSpPr>
            <a:spLocks noGrp="1"/>
          </p:cNvSpPr>
          <p:nvPr>
            <p:ph type="title"/>
          </p:nvPr>
        </p:nvSpPr>
        <p:spPr>
          <a:xfrm>
            <a:off x="720000" y="3585600"/>
            <a:ext cx="450756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rgbClr val="05427c"/>
                </a:solidFill>
                <a:latin typeface="Calibri"/>
              </a:rPr>
              <a:t>En kort tittel</a:t>
            </a:r>
            <a:endParaRPr b="0" lang="nb-NO" sz="3850" spc="-1" strike="noStrike">
              <a:solidFill>
                <a:schemeClr val="dk1"/>
              </a:solidFill>
              <a:latin typeface="Calibri"/>
            </a:endParaRPr>
          </a:p>
        </p:txBody>
      </p:sp>
      <p:pic>
        <p:nvPicPr>
          <p:cNvPr id="95" name="Grafikk 1" descr=""/>
          <p:cNvPicPr/>
          <p:nvPr/>
        </p:nvPicPr>
        <p:blipFill>
          <a:blip r:embed="rId4">
            <a:extLst>
              <a:ext uri="{96DAC541-7B7A-43D3-8B79-37D633B846F1}">
                <asvg:svgBlip xmlns:asvg="http://schemas.microsoft.com/office/drawing/2016/SVG/main" r:embed="rId5"/>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3" r:id="rId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97"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98" name="PlaceHolder 2"/>
          <p:cNvSpPr>
            <a:spLocks noGrp="1"/>
          </p:cNvSpPr>
          <p:nvPr>
            <p:ph type="body"/>
          </p:nvPr>
        </p:nvSpPr>
        <p:spPr>
          <a:xfrm>
            <a:off x="758160" y="2259000"/>
            <a:ext cx="107521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9"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00"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01" name="PlaceHolder 2"/>
          <p:cNvSpPr>
            <a:spLocks noGrp="1"/>
          </p:cNvSpPr>
          <p:nvPr>
            <p:ph type="body"/>
          </p:nvPr>
        </p:nvSpPr>
        <p:spPr>
          <a:xfrm>
            <a:off x="758160" y="2259000"/>
            <a:ext cx="107521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2"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03" name="PlaceHolder 1"/>
          <p:cNvSpPr>
            <a:spLocks noGrp="1"/>
          </p:cNvSpPr>
          <p:nvPr>
            <p:ph type="body"/>
          </p:nvPr>
        </p:nvSpPr>
        <p:spPr>
          <a:xfrm>
            <a:off x="7329600" y="0"/>
            <a:ext cx="4862160" cy="6857640"/>
          </a:xfrm>
          <a:prstGeom prst="rect">
            <a:avLst/>
          </a:prstGeom>
          <a:noFill/>
          <a:ln w="0">
            <a:noFill/>
          </a:ln>
        </p:spPr>
        <p:txBody>
          <a:bodyPr lIns="90000" rIns="90000" tIns="45000" bIns="45000" anchor="t">
            <a:noAutofit/>
          </a:bodyPr>
          <a:p>
            <a:pPr indent="0" defTabSz="914400">
              <a:lnSpc>
                <a:spcPct val="100000"/>
              </a:lnSpc>
              <a:buNone/>
            </a:pPr>
            <a:r>
              <a:rPr b="0" lang="nb-NO" sz="1800" spc="-1" strike="noStrike">
                <a:solidFill>
                  <a:schemeClr val="dk1"/>
                </a:solidFill>
                <a:latin typeface="Calibri"/>
              </a:rPr>
              <a:t>Klikk på ikonet for å legge til et bilde</a:t>
            </a:r>
            <a:endParaRPr b="0" lang="nb-NO" sz="1800" spc="-1" strike="noStrike">
              <a:solidFill>
                <a:schemeClr val="dk2"/>
              </a:solidFill>
              <a:latin typeface="Calibri Light"/>
            </a:endParaRPr>
          </a:p>
        </p:txBody>
      </p:sp>
      <p:sp>
        <p:nvSpPr>
          <p:cNvPr id="104" name="PlaceHolder 2"/>
          <p:cNvSpPr>
            <a:spLocks noGrp="1"/>
          </p:cNvSpPr>
          <p:nvPr>
            <p:ph type="title"/>
          </p:nvPr>
        </p:nvSpPr>
        <p:spPr>
          <a:xfrm>
            <a:off x="2102760" y="379800"/>
            <a:ext cx="40305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05" name="PlaceHolder 3"/>
          <p:cNvSpPr>
            <a:spLocks noGrp="1"/>
          </p:cNvSpPr>
          <p:nvPr>
            <p:ph type="body"/>
          </p:nvPr>
        </p:nvSpPr>
        <p:spPr>
          <a:xfrm>
            <a:off x="758160" y="2259000"/>
            <a:ext cx="537516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
        <p:nvSpPr>
          <p:cNvPr id="106" name="PlaceHolder 4"/>
          <p:cNvSpPr>
            <a:spLocks noGrp="1"/>
          </p:cNvSpPr>
          <p:nvPr>
            <p:ph type="ftr" idx="2"/>
          </p:nvPr>
        </p:nvSpPr>
        <p:spPr>
          <a:xfrm>
            <a:off x="8022600" y="6354360"/>
            <a:ext cx="3487680" cy="193680"/>
          </a:xfrm>
          <a:prstGeom prst="rect">
            <a:avLst/>
          </a:prstGeom>
          <a:noFill/>
          <a:ln w="0">
            <a:noFill/>
          </a:ln>
        </p:spPr>
        <p:txBody>
          <a:bodyPr lIns="90000" rIns="90000" tIns="45000" bIns="45000" anchor="t">
            <a:noAutofit/>
          </a:bodyPr>
          <a:lstStyle>
            <a:lvl1pPr indent="0" defTabSz="914400">
              <a:lnSpc>
                <a:spcPct val="100000"/>
              </a:lnSpc>
              <a:buNone/>
              <a:defRPr b="0" lang="nb-NO" sz="1800" spc="-1" strike="noStrike">
                <a:solidFill>
                  <a:schemeClr val="dk2"/>
                </a:solidFill>
                <a:latin typeface="Calibri"/>
              </a:defRPr>
            </a:lvl1pPr>
          </a:lstStyle>
          <a:p>
            <a:pPr indent="0"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7"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08"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09" name="PlaceHolder 2"/>
          <p:cNvSpPr>
            <a:spLocks noGrp="1"/>
          </p:cNvSpPr>
          <p:nvPr>
            <p:ph type="body"/>
          </p:nvPr>
        </p:nvSpPr>
        <p:spPr>
          <a:xfrm>
            <a:off x="758160" y="228564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110" name="PlaceHolder 3"/>
          <p:cNvSpPr>
            <a:spLocks noGrp="1"/>
          </p:cNvSpPr>
          <p:nvPr>
            <p:ph type="body"/>
          </p:nvPr>
        </p:nvSpPr>
        <p:spPr>
          <a:xfrm>
            <a:off x="6360840" y="228564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81"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12"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13" name="PlaceHolder 2"/>
          <p:cNvSpPr>
            <a:spLocks noGrp="1"/>
          </p:cNvSpPr>
          <p:nvPr>
            <p:ph type="body"/>
          </p:nvPr>
        </p:nvSpPr>
        <p:spPr>
          <a:xfrm>
            <a:off x="758160" y="20610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14" name="PlaceHolder 3"/>
          <p:cNvSpPr>
            <a:spLocks noGrp="1"/>
          </p:cNvSpPr>
          <p:nvPr>
            <p:ph type="body"/>
          </p:nvPr>
        </p:nvSpPr>
        <p:spPr>
          <a:xfrm>
            <a:off x="6360840" y="20610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15" name="PlaceHolder 4"/>
          <p:cNvSpPr>
            <a:spLocks noGrp="1"/>
          </p:cNvSpPr>
          <p:nvPr>
            <p:ph type="body"/>
          </p:nvPr>
        </p:nvSpPr>
        <p:spPr>
          <a:xfrm>
            <a:off x="758160" y="2806200"/>
            <a:ext cx="51487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116" name="PlaceHolder 5"/>
          <p:cNvSpPr>
            <a:spLocks noGrp="1"/>
          </p:cNvSpPr>
          <p:nvPr>
            <p:ph type="body"/>
          </p:nvPr>
        </p:nvSpPr>
        <p:spPr>
          <a:xfrm>
            <a:off x="6360840" y="2806200"/>
            <a:ext cx="51487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83"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7"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118"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119" name="PlaceHolder 2"/>
          <p:cNvSpPr>
            <a:spLocks noGrp="1"/>
          </p:cNvSpPr>
          <p:nvPr>
            <p:ph type="body"/>
          </p:nvPr>
        </p:nvSpPr>
        <p:spPr>
          <a:xfrm>
            <a:off x="75816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20" name="PlaceHolder 3"/>
          <p:cNvSpPr>
            <a:spLocks noGrp="1"/>
          </p:cNvSpPr>
          <p:nvPr>
            <p:ph type="body"/>
          </p:nvPr>
        </p:nvSpPr>
        <p:spPr>
          <a:xfrm>
            <a:off x="460188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21" name="PlaceHolder 4"/>
          <p:cNvSpPr>
            <a:spLocks noGrp="1"/>
          </p:cNvSpPr>
          <p:nvPr>
            <p:ph type="body"/>
          </p:nvPr>
        </p:nvSpPr>
        <p:spPr>
          <a:xfrm>
            <a:off x="844560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122" name="PlaceHolder 5"/>
          <p:cNvSpPr>
            <a:spLocks noGrp="1"/>
          </p:cNvSpPr>
          <p:nvPr>
            <p:ph type="body"/>
          </p:nvPr>
        </p:nvSpPr>
        <p:spPr>
          <a:xfrm>
            <a:off x="75816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123" name="PlaceHolder 6"/>
          <p:cNvSpPr>
            <a:spLocks noGrp="1"/>
          </p:cNvSpPr>
          <p:nvPr>
            <p:ph type="body"/>
          </p:nvPr>
        </p:nvSpPr>
        <p:spPr>
          <a:xfrm>
            <a:off x="460188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124" name="PlaceHolder 7"/>
          <p:cNvSpPr>
            <a:spLocks noGrp="1"/>
          </p:cNvSpPr>
          <p:nvPr>
            <p:ph type="body"/>
          </p:nvPr>
        </p:nvSpPr>
        <p:spPr>
          <a:xfrm>
            <a:off x="844560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25"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26" name="PlaceHolder 1"/>
          <p:cNvSpPr>
            <a:spLocks noGrp="1"/>
          </p:cNvSpPr>
          <p:nvPr>
            <p:ph type="body"/>
          </p:nvPr>
        </p:nvSpPr>
        <p:spPr>
          <a:xfrm>
            <a:off x="4897440" y="0"/>
            <a:ext cx="7294320" cy="6858000"/>
          </a:xfrm>
          <a:prstGeom prst="rect">
            <a:avLst/>
          </a:prstGeom>
          <a:blipFill rotWithShape="0">
            <a:blip r:embed="rId4"/>
            <a:stretch/>
          </a:blip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
        <p:nvSpPr>
          <p:cNvPr id="127" name="PlaceHolder 2"/>
          <p:cNvSpPr>
            <a:spLocks noGrp="1"/>
          </p:cNvSpPr>
          <p:nvPr>
            <p:ph type="body"/>
          </p:nvPr>
        </p:nvSpPr>
        <p:spPr>
          <a:xfrm>
            <a:off x="0" y="3821400"/>
            <a:ext cx="489708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lt1"/>
                </a:solidFill>
                <a:latin typeface="Calibri Light"/>
              </a:rPr>
              <a:t> </a:t>
            </a:r>
            <a:endParaRPr b="0" lang="nb-NO" sz="2400" spc="-1" strike="noStrike">
              <a:solidFill>
                <a:schemeClr val="lt1"/>
              </a:solidFill>
              <a:latin typeface="Calibri Light"/>
            </a:endParaRPr>
          </a:p>
        </p:txBody>
      </p:sp>
      <p:sp>
        <p:nvSpPr>
          <p:cNvPr id="128" name="PlaceHolder 3"/>
          <p:cNvSpPr>
            <a:spLocks noGrp="1"/>
          </p:cNvSpPr>
          <p:nvPr>
            <p:ph type="title"/>
          </p:nvPr>
        </p:nvSpPr>
        <p:spPr>
          <a:xfrm>
            <a:off x="720000" y="3585600"/>
            <a:ext cx="384732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rgbClr val="05427c"/>
                </a:solidFill>
                <a:latin typeface="Calibri"/>
              </a:rPr>
              <a:t>En kort tittel</a:t>
            </a:r>
            <a:endParaRPr b="0" lang="nb-NO" sz="3850" spc="-1" strike="noStrike">
              <a:solidFill>
                <a:schemeClr val="dk1"/>
              </a:solidFill>
              <a:latin typeface="Calibri"/>
            </a:endParaRPr>
          </a:p>
        </p:txBody>
      </p:sp>
      <p:sp>
        <p:nvSpPr>
          <p:cNvPr id="129" name="PlaceHolder 4"/>
          <p:cNvSpPr>
            <a:spLocks noGrp="1"/>
          </p:cNvSpPr>
          <p:nvPr>
            <p:ph type="ftr" idx="3"/>
          </p:nvPr>
        </p:nvSpPr>
        <p:spPr>
          <a:xfrm>
            <a:off x="8022600" y="6354360"/>
            <a:ext cx="348768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5"/>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30"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31"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32" name="PlaceHolder 2"/>
          <p:cNvSpPr>
            <a:spLocks noGrp="1"/>
          </p:cNvSpPr>
          <p:nvPr>
            <p:ph type="body"/>
          </p:nvPr>
        </p:nvSpPr>
        <p:spPr>
          <a:xfrm>
            <a:off x="758160" y="266040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33" name="PlaceHolder 3"/>
          <p:cNvSpPr>
            <a:spLocks noGrp="1"/>
          </p:cNvSpPr>
          <p:nvPr>
            <p:ph type="body"/>
          </p:nvPr>
        </p:nvSpPr>
        <p:spPr>
          <a:xfrm>
            <a:off x="758160" y="191520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134" name="PlaceHolder 4"/>
          <p:cNvSpPr>
            <a:spLocks noGrp="1"/>
          </p:cNvSpPr>
          <p:nvPr>
            <p:ph type="body"/>
          </p:nvPr>
        </p:nvSpPr>
        <p:spPr>
          <a:xfrm>
            <a:off x="3594960" y="191520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135" name="PlaceHolder 5"/>
          <p:cNvSpPr>
            <a:spLocks noGrp="1"/>
          </p:cNvSpPr>
          <p:nvPr>
            <p:ph type="body"/>
          </p:nvPr>
        </p:nvSpPr>
        <p:spPr>
          <a:xfrm>
            <a:off x="6431400" y="191520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136" name="PlaceHolder 6"/>
          <p:cNvSpPr>
            <a:spLocks noGrp="1"/>
          </p:cNvSpPr>
          <p:nvPr>
            <p:ph type="body"/>
          </p:nvPr>
        </p:nvSpPr>
        <p:spPr>
          <a:xfrm>
            <a:off x="9278280" y="191520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137" name="PlaceHolder 7"/>
          <p:cNvSpPr>
            <a:spLocks noGrp="1"/>
          </p:cNvSpPr>
          <p:nvPr>
            <p:ph type="body"/>
          </p:nvPr>
        </p:nvSpPr>
        <p:spPr>
          <a:xfrm>
            <a:off x="3594960" y="266040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38" name="PlaceHolder 8"/>
          <p:cNvSpPr>
            <a:spLocks noGrp="1"/>
          </p:cNvSpPr>
          <p:nvPr>
            <p:ph type="body"/>
          </p:nvPr>
        </p:nvSpPr>
        <p:spPr>
          <a:xfrm>
            <a:off x="6431400" y="266040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39" name="PlaceHolder 9"/>
          <p:cNvSpPr>
            <a:spLocks noGrp="1"/>
          </p:cNvSpPr>
          <p:nvPr>
            <p:ph type="body"/>
          </p:nvPr>
        </p:nvSpPr>
        <p:spPr>
          <a:xfrm>
            <a:off x="9278280" y="266040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89" r:id="rId4"/>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40"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41"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42" name="PlaceHolder 2"/>
          <p:cNvSpPr>
            <a:spLocks noGrp="1"/>
          </p:cNvSpPr>
          <p:nvPr>
            <p:ph type="body"/>
          </p:nvPr>
        </p:nvSpPr>
        <p:spPr>
          <a:xfrm>
            <a:off x="758160" y="19152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lt1"/>
                </a:solidFill>
                <a:latin typeface="Calibri"/>
              </a:rPr>
              <a:t>Text</a:t>
            </a:r>
            <a:endParaRPr b="0" lang="nb-NO" sz="2400" spc="-1" strike="noStrike">
              <a:solidFill>
                <a:schemeClr val="lt1"/>
              </a:solidFill>
              <a:latin typeface="Calibri Light"/>
            </a:endParaRPr>
          </a:p>
        </p:txBody>
      </p:sp>
      <p:sp>
        <p:nvSpPr>
          <p:cNvPr id="143" name="PlaceHolder 3"/>
          <p:cNvSpPr>
            <a:spLocks noGrp="1"/>
          </p:cNvSpPr>
          <p:nvPr>
            <p:ph type="body"/>
          </p:nvPr>
        </p:nvSpPr>
        <p:spPr>
          <a:xfrm>
            <a:off x="2981520" y="19152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lt1"/>
                </a:solidFill>
                <a:latin typeface="Calibri"/>
              </a:rPr>
              <a:t>Text</a:t>
            </a:r>
            <a:endParaRPr b="0" lang="nb-NO" sz="2400" spc="-1" strike="noStrike">
              <a:solidFill>
                <a:schemeClr val="lt1"/>
              </a:solidFill>
              <a:latin typeface="Calibri Light"/>
            </a:endParaRPr>
          </a:p>
        </p:txBody>
      </p:sp>
      <p:sp>
        <p:nvSpPr>
          <p:cNvPr id="144" name="PlaceHolder 4"/>
          <p:cNvSpPr>
            <a:spLocks noGrp="1"/>
          </p:cNvSpPr>
          <p:nvPr>
            <p:ph type="body"/>
          </p:nvPr>
        </p:nvSpPr>
        <p:spPr>
          <a:xfrm>
            <a:off x="5204520" y="19152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lt1"/>
                </a:solidFill>
                <a:latin typeface="Calibri"/>
              </a:rPr>
              <a:t>Text</a:t>
            </a:r>
            <a:endParaRPr b="0" lang="nb-NO" sz="2400" spc="-1" strike="noStrike">
              <a:solidFill>
                <a:schemeClr val="lt1"/>
              </a:solidFill>
              <a:latin typeface="Calibri Light"/>
            </a:endParaRPr>
          </a:p>
        </p:txBody>
      </p:sp>
      <p:sp>
        <p:nvSpPr>
          <p:cNvPr id="145" name="PlaceHolder 5"/>
          <p:cNvSpPr>
            <a:spLocks noGrp="1"/>
          </p:cNvSpPr>
          <p:nvPr>
            <p:ph type="body"/>
          </p:nvPr>
        </p:nvSpPr>
        <p:spPr>
          <a:xfrm>
            <a:off x="7427880" y="19152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lt1"/>
                </a:solidFill>
                <a:latin typeface="Calibri"/>
              </a:rPr>
              <a:t>Text</a:t>
            </a:r>
            <a:endParaRPr b="0" lang="nb-NO" sz="2400" spc="-1" strike="noStrike">
              <a:solidFill>
                <a:schemeClr val="lt1"/>
              </a:solidFill>
              <a:latin typeface="Calibri Light"/>
            </a:endParaRPr>
          </a:p>
        </p:txBody>
      </p:sp>
      <p:sp>
        <p:nvSpPr>
          <p:cNvPr id="146" name="PlaceHolder 6"/>
          <p:cNvSpPr>
            <a:spLocks noGrp="1"/>
          </p:cNvSpPr>
          <p:nvPr>
            <p:ph type="body"/>
          </p:nvPr>
        </p:nvSpPr>
        <p:spPr>
          <a:xfrm>
            <a:off x="9650880" y="19152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lt1"/>
                </a:solidFill>
                <a:latin typeface="Calibri"/>
              </a:rPr>
              <a:t>Text</a:t>
            </a:r>
            <a:endParaRPr b="0" lang="nb-NO" sz="2400" spc="-1" strike="noStrike">
              <a:solidFill>
                <a:schemeClr val="lt1"/>
              </a:solidFill>
              <a:latin typeface="Calibri Light"/>
            </a:endParaRPr>
          </a:p>
        </p:txBody>
      </p:sp>
      <p:sp>
        <p:nvSpPr>
          <p:cNvPr id="147" name="PlaceHolder 7"/>
          <p:cNvSpPr>
            <a:spLocks noGrp="1"/>
          </p:cNvSpPr>
          <p:nvPr>
            <p:ph type="body"/>
          </p:nvPr>
        </p:nvSpPr>
        <p:spPr>
          <a:xfrm>
            <a:off x="758160" y="2660400"/>
            <a:ext cx="184320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48" name="PlaceHolder 8"/>
          <p:cNvSpPr>
            <a:spLocks noGrp="1"/>
          </p:cNvSpPr>
          <p:nvPr>
            <p:ph type="body"/>
          </p:nvPr>
        </p:nvSpPr>
        <p:spPr>
          <a:xfrm>
            <a:off x="2981520" y="2660400"/>
            <a:ext cx="184320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49" name="PlaceHolder 9"/>
          <p:cNvSpPr>
            <a:spLocks noGrp="1"/>
          </p:cNvSpPr>
          <p:nvPr>
            <p:ph type="body"/>
          </p:nvPr>
        </p:nvSpPr>
        <p:spPr>
          <a:xfrm>
            <a:off x="5204520" y="2660400"/>
            <a:ext cx="184320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50" name="PlaceHolder 10"/>
          <p:cNvSpPr>
            <a:spLocks noGrp="1"/>
          </p:cNvSpPr>
          <p:nvPr>
            <p:ph type="body"/>
          </p:nvPr>
        </p:nvSpPr>
        <p:spPr>
          <a:xfrm>
            <a:off x="7427880" y="2660400"/>
            <a:ext cx="184320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51" name="PlaceHolder 11"/>
          <p:cNvSpPr>
            <a:spLocks noGrp="1"/>
          </p:cNvSpPr>
          <p:nvPr>
            <p:ph type="body"/>
          </p:nvPr>
        </p:nvSpPr>
        <p:spPr>
          <a:xfrm>
            <a:off x="9650880" y="2660400"/>
            <a:ext cx="184320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91" r:id="rId4"/>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52"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53"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54" name="PlaceHolder 2"/>
          <p:cNvSpPr>
            <a:spLocks noGrp="1"/>
          </p:cNvSpPr>
          <p:nvPr>
            <p:ph type="body"/>
          </p:nvPr>
        </p:nvSpPr>
        <p:spPr>
          <a:xfrm>
            <a:off x="758160" y="225900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55" name="PlaceHolder 3"/>
          <p:cNvSpPr>
            <a:spLocks noGrp="1"/>
          </p:cNvSpPr>
          <p:nvPr>
            <p:ph type="body"/>
          </p:nvPr>
        </p:nvSpPr>
        <p:spPr>
          <a:xfrm>
            <a:off x="758160" y="420192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56" name="PlaceHolder 4"/>
          <p:cNvSpPr>
            <a:spLocks noGrp="1"/>
          </p:cNvSpPr>
          <p:nvPr>
            <p:ph type="body"/>
          </p:nvPr>
        </p:nvSpPr>
        <p:spPr>
          <a:xfrm>
            <a:off x="6360840" y="225900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
        <p:nvSpPr>
          <p:cNvPr id="157" name="PlaceHolder 5"/>
          <p:cNvSpPr>
            <a:spLocks noGrp="1"/>
          </p:cNvSpPr>
          <p:nvPr>
            <p:ph type="body"/>
          </p:nvPr>
        </p:nvSpPr>
        <p:spPr>
          <a:xfrm>
            <a:off x="6360840" y="420192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lt1"/>
                </a:solidFill>
                <a:latin typeface="Calibri Light"/>
              </a:rPr>
              <a:t>Click to edit Master text styles</a:t>
            </a:r>
            <a:endParaRPr b="0" lang="nb-NO" sz="20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lt1"/>
                </a:solidFill>
                <a:latin typeface="Calibri Light"/>
              </a:rPr>
              <a:t>Second level</a:t>
            </a:r>
            <a:endParaRPr b="0" lang="nb-NO" sz="18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lt1"/>
                </a:solidFill>
                <a:latin typeface="Calibri Light"/>
              </a:rPr>
              <a:t>Third level</a:t>
            </a:r>
            <a:endParaRPr b="0" lang="nb-NO" sz="16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lt1"/>
                </a:solidFill>
                <a:latin typeface="Calibri Light"/>
              </a:rPr>
              <a:t>Fourth level</a:t>
            </a:r>
            <a:endParaRPr b="0" lang="nb-NO" sz="15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lt1"/>
                </a:solidFill>
                <a:latin typeface="Calibri Light"/>
              </a:rPr>
              <a:t>Fifth level</a:t>
            </a:r>
            <a:endParaRPr b="0" lang="nb-NO" sz="1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58"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5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60" name="Text Placeholder 7"/>
          <p:cNvSpPr/>
          <p:nvPr/>
        </p:nvSpPr>
        <p:spPr>
          <a:xfrm>
            <a:off x="717840" y="1973880"/>
            <a:ext cx="2246760" cy="4325040"/>
          </a:xfrm>
          <a:prstGeom prst="roundRect">
            <a:avLst>
              <a:gd name="adj" fmla="val 16667"/>
            </a:avLst>
          </a:prstGeom>
          <a:solidFill>
            <a:schemeClr val="bg2"/>
          </a:solidFill>
          <a:ln w="0">
            <a:noFill/>
          </a:ln>
        </p:spPr>
        <p:style>
          <a:lnRef idx="0"/>
          <a:fillRef idx="0"/>
          <a:effectRef idx="0"/>
          <a:fontRef idx="minor"/>
        </p:style>
        <p:txBody>
          <a:bodyPr lIns="0" rIns="0" tIns="828000" bIns="0" anchor="t">
            <a:normAutofit/>
          </a:bodyPr>
          <a:p>
            <a:endParaRPr b="0" lang="en-US" sz="2000" spc="-1" strike="noStrike">
              <a:solidFill>
                <a:srgbClr val="000000"/>
              </a:solidFill>
              <a:latin typeface="Arial"/>
            </a:endParaRPr>
          </a:p>
        </p:txBody>
      </p:sp>
      <p:sp>
        <p:nvSpPr>
          <p:cNvPr id="161" name="PlaceHolder 2"/>
          <p:cNvSpPr>
            <a:spLocks noGrp="1"/>
          </p:cNvSpPr>
          <p:nvPr>
            <p:ph type="body"/>
          </p:nvPr>
        </p:nvSpPr>
        <p:spPr>
          <a:xfrm>
            <a:off x="91980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dk2"/>
                </a:solidFill>
                <a:latin typeface="Calibri"/>
              </a:rPr>
              <a:t>Text</a:t>
            </a:r>
            <a:endParaRPr b="0" lang="nb-NO" sz="2400" spc="-1" strike="noStrike">
              <a:solidFill>
                <a:schemeClr val="lt1"/>
              </a:solidFill>
              <a:latin typeface="Calibri Light"/>
            </a:endParaRPr>
          </a:p>
        </p:txBody>
      </p:sp>
      <p:sp>
        <p:nvSpPr>
          <p:cNvPr id="162" name="Text Placeholder 7"/>
          <p:cNvSpPr/>
          <p:nvPr/>
        </p:nvSpPr>
        <p:spPr>
          <a:xfrm>
            <a:off x="3565440" y="1969920"/>
            <a:ext cx="2246760" cy="4325040"/>
          </a:xfrm>
          <a:prstGeom prst="roundRect">
            <a:avLst>
              <a:gd name="adj" fmla="val 16667"/>
            </a:avLst>
          </a:prstGeom>
          <a:solidFill>
            <a:schemeClr val="bg2"/>
          </a:solidFill>
          <a:ln w="0">
            <a:noFill/>
          </a:ln>
        </p:spPr>
        <p:style>
          <a:lnRef idx="0"/>
          <a:fillRef idx="0"/>
          <a:effectRef idx="0"/>
          <a:fontRef idx="minor"/>
        </p:style>
        <p:txBody>
          <a:bodyPr lIns="0" rIns="0" tIns="828000" bIns="0" anchor="t">
            <a:normAutofit/>
          </a:bodyPr>
          <a:p>
            <a:endParaRPr b="0" lang="en-US" sz="2000" spc="-1" strike="noStrike">
              <a:solidFill>
                <a:srgbClr val="000000"/>
              </a:solidFill>
              <a:latin typeface="Arial"/>
            </a:endParaRPr>
          </a:p>
        </p:txBody>
      </p:sp>
      <p:sp>
        <p:nvSpPr>
          <p:cNvPr id="163" name="PlaceHolder 3"/>
          <p:cNvSpPr>
            <a:spLocks noGrp="1"/>
          </p:cNvSpPr>
          <p:nvPr>
            <p:ph type="body"/>
          </p:nvPr>
        </p:nvSpPr>
        <p:spPr>
          <a:xfrm>
            <a:off x="376704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dk2"/>
                </a:solidFill>
                <a:latin typeface="Calibri"/>
              </a:rPr>
              <a:t>Text</a:t>
            </a:r>
            <a:endParaRPr b="0" lang="nb-NO" sz="2400" spc="-1" strike="noStrike">
              <a:solidFill>
                <a:schemeClr val="lt1"/>
              </a:solidFill>
              <a:latin typeface="Calibri Light"/>
            </a:endParaRPr>
          </a:p>
        </p:txBody>
      </p:sp>
      <p:sp>
        <p:nvSpPr>
          <p:cNvPr id="164" name="Text Placeholder 7"/>
          <p:cNvSpPr/>
          <p:nvPr/>
        </p:nvSpPr>
        <p:spPr>
          <a:xfrm>
            <a:off x="6387480" y="1973880"/>
            <a:ext cx="2246760" cy="4321080"/>
          </a:xfrm>
          <a:prstGeom prst="roundRect">
            <a:avLst>
              <a:gd name="adj" fmla="val 16667"/>
            </a:avLst>
          </a:prstGeom>
          <a:solidFill>
            <a:schemeClr val="bg2"/>
          </a:solidFill>
          <a:ln w="0">
            <a:noFill/>
          </a:ln>
        </p:spPr>
        <p:style>
          <a:lnRef idx="0"/>
          <a:fillRef idx="0"/>
          <a:effectRef idx="0"/>
          <a:fontRef idx="minor"/>
        </p:style>
        <p:txBody>
          <a:bodyPr lIns="0" rIns="0" tIns="828000" bIns="0" anchor="t">
            <a:normAutofit/>
          </a:bodyPr>
          <a:p>
            <a:endParaRPr b="0" lang="en-US" sz="2000" spc="-1" strike="noStrike">
              <a:solidFill>
                <a:srgbClr val="000000"/>
              </a:solidFill>
              <a:latin typeface="Arial"/>
            </a:endParaRPr>
          </a:p>
        </p:txBody>
      </p:sp>
      <p:sp>
        <p:nvSpPr>
          <p:cNvPr id="165" name="PlaceHolder 4"/>
          <p:cNvSpPr>
            <a:spLocks noGrp="1"/>
          </p:cNvSpPr>
          <p:nvPr>
            <p:ph type="body"/>
          </p:nvPr>
        </p:nvSpPr>
        <p:spPr>
          <a:xfrm>
            <a:off x="658908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dk2"/>
                </a:solidFill>
                <a:latin typeface="Calibri"/>
              </a:rPr>
              <a:t>Text</a:t>
            </a:r>
            <a:endParaRPr b="0" lang="nb-NO" sz="2400" spc="-1" strike="noStrike">
              <a:solidFill>
                <a:schemeClr val="lt1"/>
              </a:solidFill>
              <a:latin typeface="Calibri Light"/>
            </a:endParaRPr>
          </a:p>
        </p:txBody>
      </p:sp>
      <p:sp>
        <p:nvSpPr>
          <p:cNvPr id="166" name="Text Placeholder 7"/>
          <p:cNvSpPr/>
          <p:nvPr/>
        </p:nvSpPr>
        <p:spPr>
          <a:xfrm>
            <a:off x="9222120" y="1969920"/>
            <a:ext cx="2246760" cy="4329000"/>
          </a:xfrm>
          <a:prstGeom prst="roundRect">
            <a:avLst>
              <a:gd name="adj" fmla="val 16667"/>
            </a:avLst>
          </a:prstGeom>
          <a:solidFill>
            <a:schemeClr val="bg2"/>
          </a:solidFill>
          <a:ln w="0">
            <a:noFill/>
          </a:ln>
        </p:spPr>
        <p:style>
          <a:lnRef idx="0"/>
          <a:fillRef idx="0"/>
          <a:effectRef idx="0"/>
          <a:fontRef idx="minor"/>
        </p:style>
        <p:txBody>
          <a:bodyPr lIns="0" rIns="0" tIns="828000" bIns="0" anchor="t">
            <a:normAutofit/>
          </a:bodyPr>
          <a:p>
            <a:endParaRPr b="0" lang="en-US" sz="2000" spc="-1" strike="noStrike">
              <a:solidFill>
                <a:srgbClr val="000000"/>
              </a:solidFill>
              <a:latin typeface="Arial"/>
            </a:endParaRPr>
          </a:p>
        </p:txBody>
      </p:sp>
      <p:sp>
        <p:nvSpPr>
          <p:cNvPr id="167" name="PlaceHolder 5"/>
          <p:cNvSpPr>
            <a:spLocks noGrp="1"/>
          </p:cNvSpPr>
          <p:nvPr>
            <p:ph type="body"/>
          </p:nvPr>
        </p:nvSpPr>
        <p:spPr>
          <a:xfrm>
            <a:off x="942372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dk2"/>
                </a:solidFill>
                <a:latin typeface="Calibri"/>
              </a:rPr>
              <a:t>Text</a:t>
            </a:r>
            <a:endParaRPr b="0" lang="nb-NO" sz="2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95" r:id="rId4"/>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68"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69"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70" name="Text Placeholder 7"/>
          <p:cNvSpPr/>
          <p:nvPr/>
        </p:nvSpPr>
        <p:spPr>
          <a:xfrm>
            <a:off x="717840" y="2060280"/>
            <a:ext cx="2548800" cy="4247640"/>
          </a:xfrm>
          <a:prstGeom prst="roundRect">
            <a:avLst>
              <a:gd name="adj" fmla="val 9567"/>
            </a:avLst>
          </a:prstGeom>
          <a:solidFill>
            <a:schemeClr val="bg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71" name="PlaceHolder 2"/>
          <p:cNvSpPr>
            <a:spLocks noGrp="1"/>
          </p:cNvSpPr>
          <p:nvPr>
            <p:ph type="body"/>
          </p:nvPr>
        </p:nvSpPr>
        <p:spPr>
          <a:xfrm>
            <a:off x="876960" y="496764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72" name="PlaceHolder 3"/>
          <p:cNvSpPr>
            <a:spLocks noGrp="1"/>
          </p:cNvSpPr>
          <p:nvPr>
            <p:ph type="body"/>
          </p:nvPr>
        </p:nvSpPr>
        <p:spPr>
          <a:xfrm>
            <a:off x="783720" y="212544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
        <p:nvSpPr>
          <p:cNvPr id="173" name="Text Placeholder 7"/>
          <p:cNvSpPr/>
          <p:nvPr/>
        </p:nvSpPr>
        <p:spPr>
          <a:xfrm>
            <a:off x="3465000" y="2060280"/>
            <a:ext cx="2548800" cy="4247640"/>
          </a:xfrm>
          <a:prstGeom prst="roundRect">
            <a:avLst>
              <a:gd name="adj" fmla="val 9567"/>
            </a:avLst>
          </a:prstGeom>
          <a:solidFill>
            <a:schemeClr val="bg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74" name="PlaceHolder 4"/>
          <p:cNvSpPr>
            <a:spLocks noGrp="1"/>
          </p:cNvSpPr>
          <p:nvPr>
            <p:ph type="body"/>
          </p:nvPr>
        </p:nvSpPr>
        <p:spPr>
          <a:xfrm>
            <a:off x="3624120" y="496764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75" name="PlaceHolder 5"/>
          <p:cNvSpPr>
            <a:spLocks noGrp="1"/>
          </p:cNvSpPr>
          <p:nvPr>
            <p:ph type="body"/>
          </p:nvPr>
        </p:nvSpPr>
        <p:spPr>
          <a:xfrm>
            <a:off x="3530880" y="212544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
        <p:nvSpPr>
          <p:cNvPr id="176" name="Text Placeholder 7"/>
          <p:cNvSpPr/>
          <p:nvPr/>
        </p:nvSpPr>
        <p:spPr>
          <a:xfrm>
            <a:off x="6213240" y="2060280"/>
            <a:ext cx="2548800" cy="4247640"/>
          </a:xfrm>
          <a:prstGeom prst="roundRect">
            <a:avLst>
              <a:gd name="adj" fmla="val 9567"/>
            </a:avLst>
          </a:prstGeom>
          <a:solidFill>
            <a:schemeClr val="bg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77" name="PlaceHolder 6"/>
          <p:cNvSpPr>
            <a:spLocks noGrp="1"/>
          </p:cNvSpPr>
          <p:nvPr>
            <p:ph type="body"/>
          </p:nvPr>
        </p:nvSpPr>
        <p:spPr>
          <a:xfrm>
            <a:off x="6372360" y="496764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78" name="PlaceHolder 7"/>
          <p:cNvSpPr>
            <a:spLocks noGrp="1"/>
          </p:cNvSpPr>
          <p:nvPr>
            <p:ph type="body"/>
          </p:nvPr>
        </p:nvSpPr>
        <p:spPr>
          <a:xfrm>
            <a:off x="6278760" y="212544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
        <p:nvSpPr>
          <p:cNvPr id="179" name="Text Placeholder 7"/>
          <p:cNvSpPr/>
          <p:nvPr/>
        </p:nvSpPr>
        <p:spPr>
          <a:xfrm>
            <a:off x="8960760" y="2060280"/>
            <a:ext cx="2548800" cy="4247640"/>
          </a:xfrm>
          <a:prstGeom prst="roundRect">
            <a:avLst>
              <a:gd name="adj" fmla="val 9567"/>
            </a:avLst>
          </a:prstGeom>
          <a:solidFill>
            <a:schemeClr val="bg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80" name="PlaceHolder 8"/>
          <p:cNvSpPr>
            <a:spLocks noGrp="1"/>
          </p:cNvSpPr>
          <p:nvPr>
            <p:ph type="body"/>
          </p:nvPr>
        </p:nvSpPr>
        <p:spPr>
          <a:xfrm>
            <a:off x="9120240" y="496764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81" name="PlaceHolder 9"/>
          <p:cNvSpPr>
            <a:spLocks noGrp="1"/>
          </p:cNvSpPr>
          <p:nvPr>
            <p:ph type="body"/>
          </p:nvPr>
        </p:nvSpPr>
        <p:spPr>
          <a:xfrm>
            <a:off x="9026640" y="212544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97" r:id="rId4"/>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82"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83" name="Text Placeholder 7"/>
          <p:cNvSpPr/>
          <p:nvPr/>
        </p:nvSpPr>
        <p:spPr>
          <a:xfrm>
            <a:off x="717840" y="2046960"/>
            <a:ext cx="2548800" cy="4247640"/>
          </a:xfrm>
          <a:prstGeom prst="roundRect">
            <a:avLst>
              <a:gd name="adj" fmla="val 9567"/>
            </a:avLst>
          </a:prstGeom>
          <a:solidFill>
            <a:srgbClr val="db8784"/>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84" name="Text Placeholder 7"/>
          <p:cNvSpPr/>
          <p:nvPr/>
        </p:nvSpPr>
        <p:spPr>
          <a:xfrm>
            <a:off x="3465000" y="2046960"/>
            <a:ext cx="2548800" cy="4247640"/>
          </a:xfrm>
          <a:prstGeom prst="roundRect">
            <a:avLst>
              <a:gd name="adj" fmla="val 9567"/>
            </a:avLst>
          </a:prstGeom>
          <a:solidFill>
            <a:srgbClr val="efcc6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85" name="Text Placeholder 7"/>
          <p:cNvSpPr/>
          <p:nvPr/>
        </p:nvSpPr>
        <p:spPr>
          <a:xfrm>
            <a:off x="6213240" y="2046960"/>
            <a:ext cx="2548800" cy="4247640"/>
          </a:xfrm>
          <a:prstGeom prst="roundRect">
            <a:avLst>
              <a:gd name="adj" fmla="val 9567"/>
            </a:avLst>
          </a:prstGeom>
          <a:solidFill>
            <a:srgbClr val="cdfae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186" name="Text Placeholder 7"/>
          <p:cNvSpPr/>
          <p:nvPr/>
        </p:nvSpPr>
        <p:spPr>
          <a:xfrm>
            <a:off x="8960760" y="2046960"/>
            <a:ext cx="2548800" cy="4247640"/>
          </a:xfrm>
          <a:prstGeom prst="roundRect">
            <a:avLst>
              <a:gd name="adj" fmla="val 9567"/>
            </a:avLst>
          </a:prstGeom>
          <a:solidFill>
            <a:srgbClr val="14b978"/>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ffffff"/>
              </a:solidFill>
              <a:latin typeface="Arial"/>
            </a:endParaRPr>
          </a:p>
        </p:txBody>
      </p:sp>
      <p:sp>
        <p:nvSpPr>
          <p:cNvPr id="187"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188" name="PlaceHolder 2"/>
          <p:cNvSpPr>
            <a:spLocks noGrp="1"/>
          </p:cNvSpPr>
          <p:nvPr>
            <p:ph type="body"/>
          </p:nvPr>
        </p:nvSpPr>
        <p:spPr>
          <a:xfrm>
            <a:off x="876960" y="262944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89" name="PlaceHolder 3"/>
          <p:cNvSpPr>
            <a:spLocks noGrp="1"/>
          </p:cNvSpPr>
          <p:nvPr>
            <p:ph type="body"/>
          </p:nvPr>
        </p:nvSpPr>
        <p:spPr>
          <a:xfrm>
            <a:off x="3624120" y="262944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90" name="PlaceHolder 4"/>
          <p:cNvSpPr>
            <a:spLocks noGrp="1"/>
          </p:cNvSpPr>
          <p:nvPr>
            <p:ph type="body"/>
          </p:nvPr>
        </p:nvSpPr>
        <p:spPr>
          <a:xfrm>
            <a:off x="6372360" y="262944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
        <p:nvSpPr>
          <p:cNvPr id="191" name="PlaceHolder 5"/>
          <p:cNvSpPr>
            <a:spLocks noGrp="1"/>
          </p:cNvSpPr>
          <p:nvPr>
            <p:ph type="body"/>
          </p:nvPr>
        </p:nvSpPr>
        <p:spPr>
          <a:xfrm>
            <a:off x="9120240" y="262944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ffffff"/>
              </a:buClr>
              <a:buSzPct val="45000"/>
              <a:buFont typeface="Wingdings" charset="2"/>
              <a:buChar char=""/>
            </a:pPr>
            <a:r>
              <a:rPr b="0" lang="nb-NO" sz="2000" spc="-1" strike="noStrike">
                <a:solidFill>
                  <a:schemeClr val="lt1"/>
                </a:solidFill>
                <a:latin typeface="Calibri Light"/>
              </a:rPr>
              <a:t>Click to edit the outline text format</a:t>
            </a:r>
            <a:endParaRPr b="0" lang="nb-NO" sz="20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000" spc="-1" strike="noStrike">
                <a:solidFill>
                  <a:schemeClr val="lt1"/>
                </a:solidFill>
                <a:latin typeface="Calibri Light"/>
              </a:rPr>
              <a:t>Second Outline Level</a:t>
            </a:r>
            <a:endParaRPr b="0" lang="nb-NO" sz="20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000" spc="-1" strike="noStrike">
                <a:solidFill>
                  <a:schemeClr val="lt1"/>
                </a:solidFill>
                <a:latin typeface="Calibri Light"/>
              </a:rPr>
              <a:t>Third Outline Level</a:t>
            </a:r>
            <a:endParaRPr b="0" lang="nb-NO" sz="20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000" spc="-1" strike="noStrike">
                <a:solidFill>
                  <a:schemeClr val="lt1"/>
                </a:solidFill>
                <a:latin typeface="Calibri Light"/>
              </a:rPr>
              <a:t>Fourth Outline Level</a:t>
            </a:r>
            <a:endParaRPr b="0" lang="nb-NO" sz="20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Fifth Outline Level</a:t>
            </a:r>
            <a:endParaRPr b="0" lang="nb-NO" sz="20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Sixth Outline Level</a:t>
            </a:r>
            <a:endParaRPr b="0" lang="nb-NO" sz="20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000" spc="-1" strike="noStrike">
                <a:solidFill>
                  <a:schemeClr val="lt1"/>
                </a:solidFill>
                <a:latin typeface="Calibri Light"/>
              </a:rPr>
              <a:t>Seventh Outline Level</a:t>
            </a:r>
            <a:endParaRPr b="0" lang="nb-NO" sz="20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699" r:id="rId4"/>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92"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93"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94"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3" r:id="rId4"/>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195"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96" name="PlaceHolder 1"/>
          <p:cNvSpPr>
            <a:spLocks noGrp="1"/>
          </p:cNvSpPr>
          <p:nvPr>
            <p:ph type="ftr" idx="4"/>
          </p:nvPr>
        </p:nvSpPr>
        <p:spPr>
          <a:xfrm>
            <a:off x="2927880" y="2828880"/>
            <a:ext cx="6336360" cy="1199880"/>
          </a:xfrm>
          <a:prstGeom prst="rect">
            <a:avLst/>
          </a:prstGeom>
          <a:noFill/>
          <a:ln w="0">
            <a:noFill/>
          </a:ln>
        </p:spPr>
        <p:txBody>
          <a:bodyPr lIns="90000" rIns="90000" tIns="45000" bIns="45000" anchor="t">
            <a:noAutofit/>
          </a:bodyPr>
          <a:lstStyle>
            <a:lvl1pPr indent="0" algn="ctr" defTabSz="914400">
              <a:lnSpc>
                <a:spcPct val="100000"/>
              </a:lnSpc>
              <a:buNone/>
              <a:defRPr b="0" lang="nb-NO" sz="3800" spc="-1" strike="noStrike">
                <a:solidFill>
                  <a:schemeClr val="lt1"/>
                </a:solidFill>
                <a:latin typeface="Calibri"/>
              </a:defRPr>
            </a:lvl1pPr>
          </a:lstStyle>
          <a:p>
            <a:pPr indent="0" algn="ctr" defTabSz="914400">
              <a:lnSpc>
                <a:spcPct val="100000"/>
              </a:lnSpc>
              <a:buNone/>
            </a:pPr>
            <a:r>
              <a:rPr b="0" lang="nb-NO" sz="3800" spc="-1" strike="noStrike">
                <a:solidFill>
                  <a:schemeClr val="lt1"/>
                </a:solidFill>
                <a:latin typeface="Calibri"/>
              </a:rPr>
              <a:t>&lt;footer&gt;</a:t>
            </a:r>
            <a:endParaRPr b="0" lang="en-US" sz="3800" spc="-1" strike="noStrike">
              <a:solidFill>
                <a:srgbClr val="ffffff"/>
              </a:solidFill>
              <a:latin typeface="Times New Roman"/>
            </a:endParaRPr>
          </a:p>
        </p:txBody>
      </p:sp>
      <p:pic>
        <p:nvPicPr>
          <p:cNvPr id="197" name="Grafikk 1"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5" r:id="rId6"/>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8"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199" name="PlaceHolder 1"/>
          <p:cNvSpPr>
            <a:spLocks noGrp="1"/>
          </p:cNvSpPr>
          <p:nvPr>
            <p:ph type="body"/>
          </p:nvPr>
        </p:nvSpPr>
        <p:spPr>
          <a:xfrm>
            <a:off x="0" y="0"/>
            <a:ext cx="12191760" cy="6857640"/>
          </a:xfrm>
          <a:prstGeom prst="rect">
            <a:avLst/>
          </a:prstGeom>
          <a:blipFill rotWithShape="0">
            <a:blip r:embed="rId4"/>
            <a:stretch/>
          </a:blipFill>
          <a:ln w="0">
            <a:noFill/>
          </a:ln>
        </p:spPr>
        <p:txBody>
          <a:bodyPr lIns="90000" rIns="90000" tIns="45000" bIns="45000" anchor="t">
            <a:noAutofit/>
          </a:bodyPr>
          <a:p>
            <a:pPr indent="0" algn="ctr" defTabSz="914400">
              <a:lnSpc>
                <a:spcPct val="100000"/>
              </a:lnSpc>
              <a:buNone/>
            </a:pPr>
            <a:r>
              <a:rPr b="0" lang="nb-NO" sz="1800" spc="-1" strike="noStrike">
                <a:solidFill>
                  <a:schemeClr val="dk1"/>
                </a:solidFill>
                <a:latin typeface="Calibri"/>
              </a:rPr>
              <a:t>Klikk på ikonet for å legge til et bilde</a:t>
            </a:r>
            <a:endParaRPr b="0" lang="nb-NO" sz="1800" spc="-1" strike="noStrike">
              <a:solidFill>
                <a:schemeClr val="lt1"/>
              </a:solidFill>
              <a:latin typeface="Calibri Light"/>
            </a:endParaRPr>
          </a:p>
        </p:txBody>
      </p:sp>
      <p:sp>
        <p:nvSpPr>
          <p:cNvPr id="200" name="PlaceHolder 2"/>
          <p:cNvSpPr>
            <a:spLocks noGrp="1"/>
          </p:cNvSpPr>
          <p:nvPr>
            <p:ph type="body"/>
          </p:nvPr>
        </p:nvSpPr>
        <p:spPr>
          <a:xfrm>
            <a:off x="0" y="3821400"/>
            <a:ext cx="539712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lt1"/>
                </a:solidFill>
                <a:latin typeface="Calibri Light"/>
              </a:rPr>
              <a:t> </a:t>
            </a:r>
            <a:endParaRPr b="0" lang="nb-NO" sz="2400" spc="-1" strike="noStrike">
              <a:solidFill>
                <a:schemeClr val="lt1"/>
              </a:solidFill>
              <a:latin typeface="Calibri Light"/>
            </a:endParaRPr>
          </a:p>
        </p:txBody>
      </p:sp>
      <p:sp>
        <p:nvSpPr>
          <p:cNvPr id="201" name="PlaceHolder 3"/>
          <p:cNvSpPr>
            <a:spLocks noGrp="1"/>
          </p:cNvSpPr>
          <p:nvPr>
            <p:ph type="title"/>
          </p:nvPr>
        </p:nvSpPr>
        <p:spPr>
          <a:xfrm>
            <a:off x="720000" y="3585600"/>
            <a:ext cx="450756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En kort tittel</a:t>
            </a:r>
            <a:endParaRPr b="0" lang="nb-NO" sz="3850" spc="-1" strike="noStrike">
              <a:solidFill>
                <a:schemeClr val="dk1"/>
              </a:solidFill>
              <a:latin typeface="Calibri"/>
            </a:endParaRPr>
          </a:p>
        </p:txBody>
      </p:sp>
      <p:sp>
        <p:nvSpPr>
          <p:cNvPr id="202" name="PlaceHolder 4"/>
          <p:cNvSpPr>
            <a:spLocks noGrp="1"/>
          </p:cNvSpPr>
          <p:nvPr>
            <p:ph type="ftr" idx="5"/>
          </p:nvPr>
        </p:nvSpPr>
        <p:spPr>
          <a:xfrm>
            <a:off x="8022600" y="6354360"/>
            <a:ext cx="348768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5"/>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03"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04"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lt1"/>
                </a:solidFill>
                <a:latin typeface="Calibri Light"/>
              </a:rPr>
              <a:t>Click to edit the outline text format</a:t>
            </a:r>
            <a:endParaRPr b="0" lang="nb-NO" sz="1800" spc="-1" strike="noStrike">
              <a:solidFill>
                <a:schemeClr val="lt1"/>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lt1"/>
                </a:solidFill>
                <a:latin typeface="Calibri Light"/>
              </a:rPr>
              <a:t>Second Outline Level</a:t>
            </a:r>
            <a:endParaRPr b="0" lang="nb-NO" sz="1800" spc="-1" strike="noStrike">
              <a:solidFill>
                <a:schemeClr val="lt1"/>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lt1"/>
                </a:solidFill>
                <a:latin typeface="Calibri Light"/>
              </a:rPr>
              <a:t>Third Outline Level</a:t>
            </a:r>
            <a:endParaRPr b="0" lang="nb-NO" sz="1800" spc="-1" strike="noStrike">
              <a:solidFill>
                <a:schemeClr val="lt1"/>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lt1"/>
                </a:solidFill>
                <a:latin typeface="Calibri Light"/>
              </a:rPr>
              <a:t>Fourth Outline Level</a:t>
            </a:r>
            <a:endParaRPr b="0" lang="nb-NO" sz="1800" spc="-1" strike="noStrike">
              <a:solidFill>
                <a:schemeClr val="lt1"/>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lt1"/>
                </a:solidFill>
                <a:latin typeface="Calibri Light"/>
              </a:rPr>
              <a:t>Fifth Outline Level</a:t>
            </a:r>
            <a:endParaRPr b="0" lang="nb-NO" sz="1800" spc="-1" strike="noStrike">
              <a:solidFill>
                <a:schemeClr val="lt1"/>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lt1"/>
                </a:solidFill>
                <a:latin typeface="Calibri Light"/>
              </a:rPr>
              <a:t>Sixth Outline Level</a:t>
            </a:r>
            <a:endParaRPr b="0" lang="nb-NO" sz="1800" spc="-1" strike="noStrike">
              <a:solidFill>
                <a:schemeClr val="lt1"/>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lt1"/>
                </a:solidFill>
                <a:latin typeface="Calibri Light"/>
              </a:rPr>
              <a:t>Seventh Outline Level</a:t>
            </a:r>
            <a:endParaRPr b="0" lang="nb-NO" sz="1800" spc="-1" strike="noStrike">
              <a:solidFill>
                <a:schemeClr val="lt1"/>
              </a:solidFill>
              <a:latin typeface="Calibri Light"/>
            </a:endParaRPr>
          </a:p>
        </p:txBody>
      </p:sp>
      <p:sp>
        <p:nvSpPr>
          <p:cNvPr id="205" name="PlaceHolder 2"/>
          <p:cNvSpPr>
            <a:spLocks noGrp="1"/>
          </p:cNvSpPr>
          <p:nvPr>
            <p:ph type="body"/>
          </p:nvPr>
        </p:nvSpPr>
        <p:spPr>
          <a:xfrm>
            <a:off x="0" y="3821400"/>
            <a:ext cx="539712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lt1"/>
                </a:solidFill>
                <a:latin typeface="Calibri Light"/>
              </a:rPr>
              <a:t> </a:t>
            </a:r>
            <a:endParaRPr b="0" lang="nb-NO" sz="2400" spc="-1" strike="noStrike">
              <a:solidFill>
                <a:schemeClr val="lt1"/>
              </a:solidFill>
              <a:latin typeface="Calibri Light"/>
            </a:endParaRPr>
          </a:p>
        </p:txBody>
      </p:sp>
      <p:sp>
        <p:nvSpPr>
          <p:cNvPr id="206" name="PlaceHolder 3"/>
          <p:cNvSpPr>
            <a:spLocks noGrp="1"/>
          </p:cNvSpPr>
          <p:nvPr>
            <p:ph type="title"/>
          </p:nvPr>
        </p:nvSpPr>
        <p:spPr>
          <a:xfrm>
            <a:off x="720000" y="3585600"/>
            <a:ext cx="450756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En kort tittel</a:t>
            </a:r>
            <a:endParaRPr b="0" lang="nb-NO" sz="3850" spc="-1" strike="noStrike">
              <a:solidFill>
                <a:schemeClr val="dk1"/>
              </a:solidFill>
              <a:latin typeface="Calibri"/>
            </a:endParaRPr>
          </a:p>
        </p:txBody>
      </p:sp>
      <p:sp>
        <p:nvSpPr>
          <p:cNvPr id="207" name="PlaceHolder 4"/>
          <p:cNvSpPr>
            <a:spLocks noGrp="1"/>
          </p:cNvSpPr>
          <p:nvPr>
            <p:ph type="ftr" idx="6"/>
          </p:nvPr>
        </p:nvSpPr>
        <p:spPr>
          <a:xfrm>
            <a:off x="8022600" y="6354360"/>
            <a:ext cx="348768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4"/>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08"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09" name="PlaceHolder 1"/>
          <p:cNvSpPr>
            <a:spLocks noGrp="1"/>
          </p:cNvSpPr>
          <p:nvPr>
            <p:ph type="title"/>
          </p:nvPr>
        </p:nvSpPr>
        <p:spPr>
          <a:xfrm>
            <a:off x="2102760" y="379800"/>
            <a:ext cx="936900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10" name="PlaceHolder 2"/>
          <p:cNvSpPr>
            <a:spLocks noGrp="1"/>
          </p:cNvSpPr>
          <p:nvPr>
            <p:ph type="body"/>
          </p:nvPr>
        </p:nvSpPr>
        <p:spPr>
          <a:xfrm>
            <a:off x="758160" y="2259000"/>
            <a:ext cx="1071324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lt1"/>
                </a:solidFill>
                <a:latin typeface="Calibri Light"/>
              </a:rPr>
              <a:t>Klikk for å redigere tekststiler i malen</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lt1"/>
                </a:solidFill>
                <a:latin typeface="Calibri Light"/>
              </a:rPr>
              <a:t>Andre nivå</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lt1"/>
                </a:solidFill>
                <a:latin typeface="Calibri Light"/>
              </a:rPr>
              <a:t>Tredje nivå</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lt1"/>
                </a:solidFill>
                <a:latin typeface="Calibri Light"/>
              </a:rPr>
              <a:t>Fjerde nivå</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lt1"/>
                </a:solidFill>
                <a:latin typeface="Calibri Light"/>
              </a:rPr>
              <a:t>Femte nivå</a:t>
            </a:r>
            <a:endParaRPr b="0" lang="nb-NO" sz="15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711" r:id="rId4"/>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11"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12" name="PlaceHolder 1"/>
          <p:cNvSpPr>
            <a:spLocks noGrp="1"/>
          </p:cNvSpPr>
          <p:nvPr>
            <p:ph type="title"/>
          </p:nvPr>
        </p:nvSpPr>
        <p:spPr>
          <a:xfrm>
            <a:off x="2102760" y="379800"/>
            <a:ext cx="936900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13" name="PlaceHolder 2"/>
          <p:cNvSpPr>
            <a:spLocks noGrp="1"/>
          </p:cNvSpPr>
          <p:nvPr>
            <p:ph type="body"/>
          </p:nvPr>
        </p:nvSpPr>
        <p:spPr>
          <a:xfrm>
            <a:off x="758160" y="2259000"/>
            <a:ext cx="1071324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lt1"/>
                </a:solidFill>
                <a:latin typeface="Calibri Light"/>
              </a:rPr>
              <a:t>Klikk for å redigere tekststiler i malen</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lt1"/>
                </a:solidFill>
                <a:latin typeface="Calibri Light"/>
              </a:rPr>
              <a:t>Andre nivå</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lt1"/>
                </a:solidFill>
                <a:latin typeface="Calibri Light"/>
              </a:rPr>
              <a:t>Tredje nivå</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lt1"/>
                </a:solidFill>
                <a:latin typeface="Calibri Light"/>
              </a:rPr>
              <a:t>Fjerde nivå</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lt1"/>
                </a:solidFill>
                <a:latin typeface="Calibri Light"/>
              </a:rPr>
              <a:t>Femte nivå</a:t>
            </a:r>
            <a:endParaRPr b="0" lang="nb-NO" sz="15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713" r:id="rId4"/>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14"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15" name="PlaceHolder 1"/>
          <p:cNvSpPr>
            <a:spLocks noGrp="1"/>
          </p:cNvSpPr>
          <p:nvPr>
            <p:ph type="body"/>
          </p:nvPr>
        </p:nvSpPr>
        <p:spPr>
          <a:xfrm>
            <a:off x="7329600" y="0"/>
            <a:ext cx="4862160" cy="6857640"/>
          </a:xfrm>
          <a:prstGeom prst="rect">
            <a:avLst/>
          </a:prstGeom>
          <a:noFill/>
          <a:ln w="0">
            <a:noFill/>
          </a:ln>
        </p:spPr>
        <p:txBody>
          <a:bodyPr lIns="90000" rIns="90000" tIns="45000" bIns="45000" anchor="t">
            <a:noAutofit/>
          </a:bodyPr>
          <a:p>
            <a:pPr indent="0" defTabSz="914400">
              <a:lnSpc>
                <a:spcPct val="100000"/>
              </a:lnSpc>
              <a:buNone/>
            </a:pPr>
            <a:r>
              <a:rPr b="0" lang="nb-NO" sz="1800" spc="-1" strike="noStrike">
                <a:solidFill>
                  <a:schemeClr val="dk1"/>
                </a:solidFill>
                <a:latin typeface="Calibri"/>
              </a:rPr>
              <a:t>Klikk på ikonet for å legge til et bilde</a:t>
            </a:r>
            <a:endParaRPr b="0" lang="nb-NO" sz="1800" spc="-1" strike="noStrike">
              <a:solidFill>
                <a:schemeClr val="lt1"/>
              </a:solidFill>
              <a:latin typeface="Calibri Light"/>
            </a:endParaRPr>
          </a:p>
        </p:txBody>
      </p:sp>
      <p:sp>
        <p:nvSpPr>
          <p:cNvPr id="216" name="PlaceHolder 2"/>
          <p:cNvSpPr>
            <a:spLocks noGrp="1"/>
          </p:cNvSpPr>
          <p:nvPr>
            <p:ph type="title"/>
          </p:nvPr>
        </p:nvSpPr>
        <p:spPr>
          <a:xfrm>
            <a:off x="2102760" y="379800"/>
            <a:ext cx="40305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17" name="PlaceHolder 3"/>
          <p:cNvSpPr>
            <a:spLocks noGrp="1"/>
          </p:cNvSpPr>
          <p:nvPr>
            <p:ph type="body"/>
          </p:nvPr>
        </p:nvSpPr>
        <p:spPr>
          <a:xfrm>
            <a:off x="758160" y="2259000"/>
            <a:ext cx="537516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lt1"/>
                </a:solidFill>
                <a:latin typeface="Calibri Light"/>
              </a:rPr>
              <a:t>Klikk for å redigere tekststiler i malen</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lt1"/>
                </a:solidFill>
                <a:latin typeface="Calibri Light"/>
              </a:rPr>
              <a:t>Andre nivå</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lt1"/>
                </a:solidFill>
                <a:latin typeface="Calibri Light"/>
              </a:rPr>
              <a:t>Tredje nivå</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lt1"/>
                </a:solidFill>
                <a:latin typeface="Calibri Light"/>
              </a:rPr>
              <a:t>Fjerde nivå</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lt1"/>
                </a:solidFill>
                <a:latin typeface="Calibri Light"/>
              </a:rPr>
              <a:t>Femte nivå</a:t>
            </a:r>
            <a:endParaRPr b="0" lang="nb-NO" sz="1500" spc="-1" strike="noStrike">
              <a:solidFill>
                <a:schemeClr val="lt1"/>
              </a:solidFill>
              <a:latin typeface="Calibri Light"/>
            </a:endParaRPr>
          </a:p>
        </p:txBody>
      </p:sp>
      <p:sp>
        <p:nvSpPr>
          <p:cNvPr id="218" name="PlaceHolder 4"/>
          <p:cNvSpPr>
            <a:spLocks noGrp="1"/>
          </p:cNvSpPr>
          <p:nvPr>
            <p:ph type="ftr" idx="7"/>
          </p:nvPr>
        </p:nvSpPr>
        <p:spPr>
          <a:xfrm>
            <a:off x="8022600" y="6354360"/>
            <a:ext cx="348768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4"/>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19"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20"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21" name="PlaceHolder 2"/>
          <p:cNvSpPr>
            <a:spLocks noGrp="1"/>
          </p:cNvSpPr>
          <p:nvPr>
            <p:ph type="body"/>
          </p:nvPr>
        </p:nvSpPr>
        <p:spPr>
          <a:xfrm>
            <a:off x="758160" y="225900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22" name="PlaceHolder 3"/>
          <p:cNvSpPr>
            <a:spLocks noGrp="1"/>
          </p:cNvSpPr>
          <p:nvPr>
            <p:ph type="body"/>
          </p:nvPr>
        </p:nvSpPr>
        <p:spPr>
          <a:xfrm>
            <a:off x="6360840" y="225900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717" r:id="rId4"/>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23"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2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25" name="PlaceHolder 2"/>
          <p:cNvSpPr>
            <a:spLocks noGrp="1"/>
          </p:cNvSpPr>
          <p:nvPr>
            <p:ph type="body"/>
          </p:nvPr>
        </p:nvSpPr>
        <p:spPr>
          <a:xfrm>
            <a:off x="758160" y="2660400"/>
            <a:ext cx="514872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26" name="PlaceHolder 3"/>
          <p:cNvSpPr>
            <a:spLocks noGrp="1"/>
          </p:cNvSpPr>
          <p:nvPr>
            <p:ph type="body"/>
          </p:nvPr>
        </p:nvSpPr>
        <p:spPr>
          <a:xfrm>
            <a:off x="6360840" y="2660400"/>
            <a:ext cx="514872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27" name="PlaceHolder 4"/>
          <p:cNvSpPr>
            <a:spLocks noGrp="1"/>
          </p:cNvSpPr>
          <p:nvPr>
            <p:ph type="body"/>
          </p:nvPr>
        </p:nvSpPr>
        <p:spPr>
          <a:xfrm>
            <a:off x="758160" y="19152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228" name="PlaceHolder 5"/>
          <p:cNvSpPr>
            <a:spLocks noGrp="1"/>
          </p:cNvSpPr>
          <p:nvPr>
            <p:ph type="body"/>
          </p:nvPr>
        </p:nvSpPr>
        <p:spPr>
          <a:xfrm>
            <a:off x="6360840" y="19152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719" r:id="rId4"/>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29" name="Grafikk 4" descr=""/>
          <p:cNvPicPr/>
          <p:nvPr/>
        </p:nvPicPr>
        <p:blipFill>
          <a:blip r:embed="rId2">
            <a:extLst>
              <a:ext uri="{96DAC541-7B7A-43D3-8B79-37D633B846F1}">
                <asvg:svgBlip xmlns:asvg="http://schemas.microsoft.com/office/drawing/2016/SVG/main" r:embed="rId3"/>
              </a:ext>
            </a:extLst>
          </a:blip>
          <a:stretch/>
        </p:blipFill>
        <p:spPr>
          <a:xfrm>
            <a:off x="727200" y="-3240"/>
            <a:ext cx="1092240" cy="1304280"/>
          </a:xfrm>
          <a:prstGeom prst="rect">
            <a:avLst/>
          </a:prstGeom>
          <a:ln w="0">
            <a:noFill/>
          </a:ln>
        </p:spPr>
      </p:pic>
      <p:sp>
        <p:nvSpPr>
          <p:cNvPr id="230"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lt1"/>
                </a:solidFill>
                <a:latin typeface="Calibri"/>
              </a:rPr>
              <a:t>Klikk for å redigere tittelstil</a:t>
            </a:r>
            <a:endParaRPr b="0" lang="nb-NO" sz="3850" spc="-1" strike="noStrike">
              <a:solidFill>
                <a:schemeClr val="dk1"/>
              </a:solidFill>
              <a:latin typeface="Calibri"/>
            </a:endParaRPr>
          </a:p>
        </p:txBody>
      </p:sp>
      <p:sp>
        <p:nvSpPr>
          <p:cNvPr id="231" name="PlaceHolder 2"/>
          <p:cNvSpPr>
            <a:spLocks noGrp="1"/>
          </p:cNvSpPr>
          <p:nvPr>
            <p:ph type="body"/>
          </p:nvPr>
        </p:nvSpPr>
        <p:spPr>
          <a:xfrm>
            <a:off x="758160" y="2660400"/>
            <a:ext cx="306432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32" name="PlaceHolder 3"/>
          <p:cNvSpPr>
            <a:spLocks noGrp="1"/>
          </p:cNvSpPr>
          <p:nvPr>
            <p:ph type="body"/>
          </p:nvPr>
        </p:nvSpPr>
        <p:spPr>
          <a:xfrm>
            <a:off x="4601880" y="2660400"/>
            <a:ext cx="306432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33" name="PlaceHolder 4"/>
          <p:cNvSpPr>
            <a:spLocks noGrp="1"/>
          </p:cNvSpPr>
          <p:nvPr>
            <p:ph type="body"/>
          </p:nvPr>
        </p:nvSpPr>
        <p:spPr>
          <a:xfrm>
            <a:off x="8445600" y="2660400"/>
            <a:ext cx="306432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lt1"/>
                </a:solidFill>
                <a:latin typeface="Calibri Light"/>
              </a:rPr>
              <a:t>Click to edit Master text styles</a:t>
            </a:r>
            <a:endParaRPr b="0" lang="nb-NO" sz="2400" spc="-1" strike="noStrike">
              <a:solidFill>
                <a:schemeClr val="lt1"/>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lt1"/>
                </a:solidFill>
                <a:latin typeface="Calibri Light"/>
              </a:rPr>
              <a:t>Second level</a:t>
            </a:r>
            <a:endParaRPr b="0" lang="nb-NO" sz="2000" spc="-1" strike="noStrike">
              <a:solidFill>
                <a:schemeClr val="lt1"/>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lt1"/>
                </a:solidFill>
                <a:latin typeface="Calibri Light"/>
              </a:rPr>
              <a:t>Third level</a:t>
            </a:r>
            <a:endParaRPr b="0" lang="nb-NO" sz="1800" spc="-1" strike="noStrike">
              <a:solidFill>
                <a:schemeClr val="lt1"/>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lt1"/>
                </a:solidFill>
                <a:latin typeface="Calibri Light"/>
              </a:rPr>
              <a:t>Fourth level</a:t>
            </a:r>
            <a:endParaRPr b="0" lang="nb-NO" sz="1600" spc="-1" strike="noStrike">
              <a:solidFill>
                <a:schemeClr val="lt1"/>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lt1"/>
                </a:solidFill>
                <a:latin typeface="Calibri Light"/>
              </a:rPr>
              <a:t>Fifth level</a:t>
            </a:r>
            <a:endParaRPr b="0" lang="nb-NO" sz="1500" spc="-1" strike="noStrike">
              <a:solidFill>
                <a:schemeClr val="lt1"/>
              </a:solidFill>
              <a:latin typeface="Calibri Light"/>
            </a:endParaRPr>
          </a:p>
        </p:txBody>
      </p:sp>
      <p:sp>
        <p:nvSpPr>
          <p:cNvPr id="234" name="PlaceHolder 5"/>
          <p:cNvSpPr>
            <a:spLocks noGrp="1"/>
          </p:cNvSpPr>
          <p:nvPr>
            <p:ph type="body"/>
          </p:nvPr>
        </p:nvSpPr>
        <p:spPr>
          <a:xfrm>
            <a:off x="75816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235" name="PlaceHolder 6"/>
          <p:cNvSpPr>
            <a:spLocks noGrp="1"/>
          </p:cNvSpPr>
          <p:nvPr>
            <p:ph type="body"/>
          </p:nvPr>
        </p:nvSpPr>
        <p:spPr>
          <a:xfrm>
            <a:off x="460188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
        <p:nvSpPr>
          <p:cNvPr id="236" name="PlaceHolder 7"/>
          <p:cNvSpPr>
            <a:spLocks noGrp="1"/>
          </p:cNvSpPr>
          <p:nvPr>
            <p:ph type="body"/>
          </p:nvPr>
        </p:nvSpPr>
        <p:spPr>
          <a:xfrm>
            <a:off x="844560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ffffff"/>
              </a:buClr>
              <a:buSzPct val="45000"/>
              <a:buFont typeface="Wingdings" charset="2"/>
              <a:buChar char=""/>
            </a:pPr>
            <a:r>
              <a:rPr b="0" lang="nb-NO" sz="2400" spc="-1" strike="noStrike">
                <a:solidFill>
                  <a:schemeClr val="lt1"/>
                </a:solidFill>
                <a:latin typeface="Calibri Light"/>
              </a:rPr>
              <a:t>Click to edit the outline text format</a:t>
            </a:r>
            <a:endParaRPr b="0" lang="nb-NO" sz="2400" spc="-1" strike="noStrike">
              <a:solidFill>
                <a:schemeClr val="lt1"/>
              </a:solidFill>
              <a:latin typeface="Calibri Light"/>
            </a:endParaRPr>
          </a:p>
          <a:p>
            <a:pPr lvl="1" marL="864000" indent="-324000">
              <a:lnSpc>
                <a:spcPct val="90000"/>
              </a:lnSpc>
              <a:spcBef>
                <a:spcPts val="1134"/>
              </a:spcBef>
              <a:buClr>
                <a:srgbClr val="ffffff"/>
              </a:buClr>
              <a:buSzPct val="75000"/>
              <a:buFont typeface="Symbol" charset="2"/>
              <a:buChar char=""/>
            </a:pPr>
            <a:r>
              <a:rPr b="0" lang="nb-NO" sz="2400" spc="-1" strike="noStrike">
                <a:solidFill>
                  <a:schemeClr val="lt1"/>
                </a:solidFill>
                <a:latin typeface="Calibri Light"/>
              </a:rPr>
              <a:t>Second Outline Level</a:t>
            </a:r>
            <a:endParaRPr b="0" lang="nb-NO" sz="2400" spc="-1" strike="noStrike">
              <a:solidFill>
                <a:schemeClr val="lt1"/>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2400" spc="-1" strike="noStrike">
                <a:solidFill>
                  <a:schemeClr val="lt1"/>
                </a:solidFill>
                <a:latin typeface="Calibri Light"/>
              </a:rPr>
              <a:t>Third Outline Level</a:t>
            </a:r>
            <a:endParaRPr b="0" lang="nb-NO" sz="2400" spc="-1" strike="noStrike">
              <a:solidFill>
                <a:schemeClr val="lt1"/>
              </a:solidFill>
              <a:latin typeface="Calibri Light"/>
            </a:endParaRPr>
          </a:p>
          <a:p>
            <a:pPr lvl="3" marL="1728000" indent="-216000">
              <a:lnSpc>
                <a:spcPct val="90000"/>
              </a:lnSpc>
              <a:spcBef>
                <a:spcPts val="567"/>
              </a:spcBef>
              <a:buClr>
                <a:srgbClr val="ffffff"/>
              </a:buClr>
              <a:buSzPct val="75000"/>
              <a:buFont typeface="Symbol" charset="2"/>
              <a:buChar char=""/>
            </a:pPr>
            <a:r>
              <a:rPr b="0" lang="nb-NO" sz="2400" spc="-1" strike="noStrike">
                <a:solidFill>
                  <a:schemeClr val="lt1"/>
                </a:solidFill>
                <a:latin typeface="Calibri Light"/>
              </a:rPr>
              <a:t>Fourth Outline Level</a:t>
            </a:r>
            <a:endParaRPr b="0" lang="nb-NO" sz="2400" spc="-1" strike="noStrike">
              <a:solidFill>
                <a:schemeClr val="lt1"/>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Fifth Outline Level</a:t>
            </a:r>
            <a:endParaRPr b="0" lang="nb-NO" sz="2400" spc="-1" strike="noStrike">
              <a:solidFill>
                <a:schemeClr val="lt1"/>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Sixth Outline Level</a:t>
            </a:r>
            <a:endParaRPr b="0" lang="nb-NO" sz="2400" spc="-1" strike="noStrike">
              <a:solidFill>
                <a:schemeClr val="lt1"/>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2400" spc="-1" strike="noStrike">
                <a:solidFill>
                  <a:schemeClr val="lt1"/>
                </a:solidFill>
                <a:latin typeface="Calibri Light"/>
              </a:rPr>
              <a:t>Seventh Outline Level</a:t>
            </a:r>
            <a:endParaRPr b="0" lang="nb-NO" sz="2400" spc="-1" strike="noStrike">
              <a:solidFill>
                <a:schemeClr val="lt1"/>
              </a:solidFill>
              <a:latin typeface="Calibri Light"/>
            </a:endParaRPr>
          </a:p>
        </p:txBody>
      </p:sp>
    </p:spTree>
  </p:cSld>
  <p:clrMap bg1="lt1" bg2="lt2" tx1="dk1" tx2="dk2" accent1="accent1" accent2="accent2" accent3="accent3" accent4="accent4" accent5="accent5" accent6="accent6" hlink="hlink" folHlink="folHlink"/>
  <p:sldLayoutIdLst>
    <p:sldLayoutId id="2147483721" r:id="rId4"/>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237"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38"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39"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40"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41" name="PlaceHolder 4"/>
          <p:cNvSpPr>
            <a:spLocks noGrp="1"/>
          </p:cNvSpPr>
          <p:nvPr>
            <p:ph type="ftr" idx="8"/>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pic>
        <p:nvPicPr>
          <p:cNvPr id="242" name="Grafikk 5"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3" r:id="rId6"/>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b7fa8"/>
        </a:solidFill>
      </p:bgPr>
    </p:bg>
    <p:spTree>
      <p:nvGrpSpPr>
        <p:cNvPr id="1" name=""/>
        <p:cNvGrpSpPr/>
        <p:nvPr/>
      </p:nvGrpSpPr>
      <p:grpSpPr>
        <a:xfrm>
          <a:off x="0" y="0"/>
          <a:ext cx="0" cy="0"/>
          <a:chOff x="0" y="0"/>
          <a:chExt cx="0" cy="0"/>
        </a:xfrm>
      </p:grpSpPr>
      <p:pic>
        <p:nvPicPr>
          <p:cNvPr id="243"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44"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45"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dk2"/>
                </a:solidFill>
                <a:latin typeface="Calibri"/>
              </a:rPr>
              <a:t>Click to edit Master title style</a:t>
            </a:r>
            <a:endParaRPr b="0" lang="nb-NO" sz="3850" spc="-1" strike="noStrike">
              <a:solidFill>
                <a:schemeClr val="dk1"/>
              </a:solidFill>
              <a:latin typeface="Calibri"/>
            </a:endParaRPr>
          </a:p>
        </p:txBody>
      </p:sp>
      <p:sp>
        <p:nvSpPr>
          <p:cNvPr id="246"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247" name="PlaceHolder 4"/>
          <p:cNvSpPr>
            <a:spLocks noGrp="1"/>
          </p:cNvSpPr>
          <p:nvPr>
            <p:ph type="ftr" idx="9"/>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ffffff"/>
              </a:solidFill>
              <a:latin typeface="Times New Roman"/>
            </a:endParaRPr>
          </a:p>
        </p:txBody>
      </p:sp>
      <p:pic>
        <p:nvPicPr>
          <p:cNvPr id="248"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5" r:id="rId6"/>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5"/>
        </a:solidFill>
      </p:bgPr>
    </p:bg>
    <p:spTree>
      <p:nvGrpSpPr>
        <p:cNvPr id="1" name=""/>
        <p:cNvGrpSpPr/>
        <p:nvPr/>
      </p:nvGrpSpPr>
      <p:grpSpPr>
        <a:xfrm>
          <a:off x="0" y="0"/>
          <a:ext cx="0" cy="0"/>
          <a:chOff x="0" y="0"/>
          <a:chExt cx="0" cy="0"/>
        </a:xfrm>
      </p:grpSpPr>
      <p:pic>
        <p:nvPicPr>
          <p:cNvPr id="249"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50"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51"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52"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53" name="PlaceHolder 4"/>
          <p:cNvSpPr>
            <a:spLocks noGrp="1"/>
          </p:cNvSpPr>
          <p:nvPr>
            <p:ph type="ftr" idx="10"/>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pic>
        <p:nvPicPr>
          <p:cNvPr id="254" name="Grafikk 4"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7" r:id="rId6"/>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e9d9b"/>
        </a:solidFill>
      </p:bgPr>
    </p:bg>
    <p:spTree>
      <p:nvGrpSpPr>
        <p:cNvPr id="1" name=""/>
        <p:cNvGrpSpPr/>
        <p:nvPr/>
      </p:nvGrpSpPr>
      <p:grpSpPr>
        <a:xfrm>
          <a:off x="0" y="0"/>
          <a:ext cx="0" cy="0"/>
          <a:chOff x="0" y="0"/>
          <a:chExt cx="0" cy="0"/>
        </a:xfrm>
      </p:grpSpPr>
      <p:pic>
        <p:nvPicPr>
          <p:cNvPr id="255"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56"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57"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dk2"/>
                </a:solidFill>
                <a:latin typeface="Calibri"/>
              </a:rPr>
              <a:t>Click to edit Master title style</a:t>
            </a:r>
            <a:endParaRPr b="0" lang="nb-NO" sz="3850" spc="-1" strike="noStrike">
              <a:solidFill>
                <a:schemeClr val="dk1"/>
              </a:solidFill>
              <a:latin typeface="Calibri"/>
            </a:endParaRPr>
          </a:p>
        </p:txBody>
      </p:sp>
      <p:sp>
        <p:nvSpPr>
          <p:cNvPr id="258"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259" name="PlaceHolder 4"/>
          <p:cNvSpPr>
            <a:spLocks noGrp="1"/>
          </p:cNvSpPr>
          <p:nvPr>
            <p:ph type="ftr" idx="11"/>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pic>
        <p:nvPicPr>
          <p:cNvPr id="260"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9" r:id="rId6"/>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pic>
        <p:nvPicPr>
          <p:cNvPr id="261"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62"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63"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64"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65" name="PlaceHolder 4"/>
          <p:cNvSpPr>
            <a:spLocks noGrp="1"/>
          </p:cNvSpPr>
          <p:nvPr>
            <p:ph type="ftr" idx="12"/>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ffffff"/>
              </a:solidFill>
              <a:latin typeface="Times New Roman"/>
            </a:endParaRPr>
          </a:p>
        </p:txBody>
      </p:sp>
      <p:pic>
        <p:nvPicPr>
          <p:cNvPr id="266"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1" r:id="rId6"/>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pic>
        <p:nvPicPr>
          <p:cNvPr id="267"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68"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69"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dk2"/>
                </a:solidFill>
                <a:latin typeface="Calibri"/>
              </a:rPr>
              <a:t>Click to edit Master title style</a:t>
            </a:r>
            <a:endParaRPr b="0" lang="nb-NO" sz="3850" spc="-1" strike="noStrike">
              <a:solidFill>
                <a:schemeClr val="dk1"/>
              </a:solidFill>
              <a:latin typeface="Calibri"/>
            </a:endParaRPr>
          </a:p>
        </p:txBody>
      </p:sp>
      <p:sp>
        <p:nvSpPr>
          <p:cNvPr id="270"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271" name="PlaceHolder 4"/>
          <p:cNvSpPr>
            <a:spLocks noGrp="1"/>
          </p:cNvSpPr>
          <p:nvPr>
            <p:ph type="ftr" idx="13"/>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pic>
        <p:nvPicPr>
          <p:cNvPr id="272"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3" r:id="rId6"/>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3"/>
        </a:solidFill>
      </p:bgPr>
    </p:bg>
    <p:spTree>
      <p:nvGrpSpPr>
        <p:cNvPr id="1" name=""/>
        <p:cNvGrpSpPr/>
        <p:nvPr/>
      </p:nvGrpSpPr>
      <p:grpSpPr>
        <a:xfrm>
          <a:off x="0" y="0"/>
          <a:ext cx="0" cy="0"/>
          <a:chOff x="0" y="0"/>
          <a:chExt cx="0" cy="0"/>
        </a:xfrm>
      </p:grpSpPr>
      <p:pic>
        <p:nvPicPr>
          <p:cNvPr id="273"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74"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75"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76"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77" name="PlaceHolder 4"/>
          <p:cNvSpPr>
            <a:spLocks noGrp="1"/>
          </p:cNvSpPr>
          <p:nvPr>
            <p:ph type="ftr" idx="14"/>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pic>
        <p:nvPicPr>
          <p:cNvPr id="278"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5" r:id="rId6"/>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solidFill>
      </p:bgPr>
    </p:bg>
    <p:spTree>
      <p:nvGrpSpPr>
        <p:cNvPr id="1" name=""/>
        <p:cNvGrpSpPr/>
        <p:nvPr/>
      </p:nvGrpSpPr>
      <p:grpSpPr>
        <a:xfrm>
          <a:off x="0" y="0"/>
          <a:ext cx="0" cy="0"/>
          <a:chOff x="0" y="0"/>
          <a:chExt cx="0" cy="0"/>
        </a:xfrm>
      </p:grpSpPr>
      <p:pic>
        <p:nvPicPr>
          <p:cNvPr id="279"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80"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81"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82"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83" name="PlaceHolder 4"/>
          <p:cNvSpPr>
            <a:spLocks noGrp="1"/>
          </p:cNvSpPr>
          <p:nvPr>
            <p:ph type="ftr" idx="15"/>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ffffff"/>
              </a:solidFill>
              <a:latin typeface="Times New Roman"/>
            </a:endParaRPr>
          </a:p>
        </p:txBody>
      </p:sp>
      <p:pic>
        <p:nvPicPr>
          <p:cNvPr id="284"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7" r:id="rId6"/>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ad7a0"/>
        </a:solidFill>
      </p:bgPr>
    </p:bg>
    <p:spTree>
      <p:nvGrpSpPr>
        <p:cNvPr id="1" name=""/>
        <p:cNvGrpSpPr/>
        <p:nvPr/>
      </p:nvGrpSpPr>
      <p:grpSpPr>
        <a:xfrm>
          <a:off x="0" y="0"/>
          <a:ext cx="0" cy="0"/>
          <a:chOff x="0" y="0"/>
          <a:chExt cx="0" cy="0"/>
        </a:xfrm>
      </p:grpSpPr>
      <p:pic>
        <p:nvPicPr>
          <p:cNvPr id="285"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86"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87"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dk2"/>
                </a:solidFill>
                <a:latin typeface="Calibri"/>
              </a:rPr>
              <a:t>Click to edit Master title style</a:t>
            </a:r>
            <a:endParaRPr b="0" lang="nb-NO" sz="3850" spc="-1" strike="noStrike">
              <a:solidFill>
                <a:schemeClr val="dk1"/>
              </a:solidFill>
              <a:latin typeface="Calibri"/>
            </a:endParaRPr>
          </a:p>
        </p:txBody>
      </p:sp>
      <p:sp>
        <p:nvSpPr>
          <p:cNvPr id="288"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289" name="PlaceHolder 4"/>
          <p:cNvSpPr>
            <a:spLocks noGrp="1"/>
          </p:cNvSpPr>
          <p:nvPr>
            <p:ph type="ftr" idx="16"/>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dk2"/>
                </a:solidFill>
                <a:latin typeface="Calibri"/>
              </a:defRPr>
            </a:lvl1pPr>
          </a:lstStyle>
          <a:p>
            <a:pPr indent="0" algn="r"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pic>
        <p:nvPicPr>
          <p:cNvPr id="290"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9" r:id="rId6"/>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pic>
        <p:nvPicPr>
          <p:cNvPr id="291" name="Grafikk 3"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92" name="PlaceHolder 1"/>
          <p:cNvSpPr>
            <a:spLocks noGrp="1"/>
          </p:cNvSpPr>
          <p:nvPr>
            <p:ph type="body"/>
          </p:nvPr>
        </p:nvSpPr>
        <p:spPr>
          <a:xfrm>
            <a:off x="4897440" y="0"/>
            <a:ext cx="7294320" cy="68580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ffffff"/>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ffffff"/>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ffffff"/>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ffffff"/>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293" name="PlaceHolder 2"/>
          <p:cNvSpPr>
            <a:spLocks noGrp="1"/>
          </p:cNvSpPr>
          <p:nvPr>
            <p:ph type="title"/>
          </p:nvPr>
        </p:nvSpPr>
        <p:spPr>
          <a:xfrm>
            <a:off x="720000" y="2668320"/>
            <a:ext cx="3993120" cy="1050840"/>
          </a:xfrm>
          <a:prstGeom prst="rect">
            <a:avLst/>
          </a:prstGeom>
          <a:noFill/>
          <a:ln w="0">
            <a:noFill/>
          </a:ln>
        </p:spPr>
        <p:txBody>
          <a:bodyPr lIns="0" rIns="0" tIns="0" bIns="0" anchor="b">
            <a:noAutofit/>
          </a:bodyPr>
          <a:p>
            <a:pPr indent="0" defTabSz="914400">
              <a:lnSpc>
                <a:spcPct val="90000"/>
              </a:lnSpc>
              <a:buNone/>
            </a:pPr>
            <a:r>
              <a:rPr b="1" lang="en-US" sz="3850" spc="-1" strike="noStrike">
                <a:solidFill>
                  <a:schemeClr val="lt1"/>
                </a:solidFill>
                <a:latin typeface="Calibri"/>
              </a:rPr>
              <a:t>Click to edit Master title style</a:t>
            </a:r>
            <a:endParaRPr b="0" lang="nb-NO" sz="3850" spc="-1" strike="noStrike">
              <a:solidFill>
                <a:schemeClr val="dk1"/>
              </a:solidFill>
              <a:latin typeface="Calibri"/>
            </a:endParaRPr>
          </a:p>
        </p:txBody>
      </p:sp>
      <p:sp>
        <p:nvSpPr>
          <p:cNvPr id="294" name="PlaceHolder 3"/>
          <p:cNvSpPr>
            <a:spLocks noGrp="1"/>
          </p:cNvSpPr>
          <p:nvPr>
            <p:ph type="body"/>
          </p:nvPr>
        </p:nvSpPr>
        <p:spPr>
          <a:xfrm>
            <a:off x="1331280" y="4043520"/>
            <a:ext cx="3404880" cy="1980720"/>
          </a:xfrm>
          <a:prstGeom prst="rect">
            <a:avLst/>
          </a:prstGeom>
          <a:noFill/>
          <a:ln w="0">
            <a:noFill/>
          </a:ln>
        </p:spPr>
        <p:txBody>
          <a:bodyPr lIns="0" rIns="0" tIns="0" bIns="0" anchor="t">
            <a:noAutofit/>
          </a:bodyPr>
          <a:p>
            <a:pPr marL="396000" indent="-396000" defTabSz="914400">
              <a:lnSpc>
                <a:spcPct val="90000"/>
              </a:lnSpc>
              <a:spcBef>
                <a:spcPts val="1001"/>
              </a:spcBef>
              <a:buClr>
                <a:srgbClr val="cdfae1"/>
              </a:buClr>
              <a:buFont typeface="Calibri"/>
              <a:buAutoNum type="romanUcPeriod"/>
            </a:pPr>
            <a:r>
              <a:rPr b="0" lang="en-US" sz="2400" spc="-1" strike="noStrike">
                <a:solidFill>
                  <a:schemeClr val="lt1"/>
                </a:solidFill>
                <a:latin typeface="Calibri Light"/>
              </a:rPr>
              <a:t>Click to edit Master text styles</a:t>
            </a:r>
            <a:endParaRPr b="0" lang="nb-NO" sz="2400" spc="-1" strike="noStrike">
              <a:solidFill>
                <a:schemeClr val="dk2"/>
              </a:solidFill>
              <a:latin typeface="Calibri Light"/>
            </a:endParaRPr>
          </a:p>
          <a:p>
            <a:pPr lvl="1" marL="720000" indent="-284400" defTabSz="914400">
              <a:lnSpc>
                <a:spcPct val="90000"/>
              </a:lnSpc>
              <a:spcBef>
                <a:spcPts val="499"/>
              </a:spcBef>
              <a:buClr>
                <a:srgbClr val="cdfae1"/>
              </a:buClr>
              <a:buFont typeface="Calibri"/>
              <a:buAutoNum type="romanUcPeriod"/>
            </a:pPr>
            <a:r>
              <a:rPr b="0" lang="en-US" sz="2000" spc="-1" strike="noStrike">
                <a:solidFill>
                  <a:schemeClr val="lt1"/>
                </a:solidFill>
                <a:latin typeface="Calibri Light"/>
              </a:rPr>
              <a:t>Second level</a:t>
            </a:r>
            <a:endParaRPr b="0" lang="nb-NO" sz="2000" spc="-1" strike="noStrike">
              <a:solidFill>
                <a:schemeClr val="dk2"/>
              </a:solidFill>
              <a:latin typeface="Calibri Light"/>
            </a:endParaRPr>
          </a:p>
          <a:p>
            <a:pPr lvl="2" marL="1044000" indent="-284400" defTabSz="914400">
              <a:lnSpc>
                <a:spcPct val="90000"/>
              </a:lnSpc>
              <a:spcBef>
                <a:spcPts val="499"/>
              </a:spcBef>
              <a:buClr>
                <a:srgbClr val="cdfae1"/>
              </a:buClr>
              <a:buFont typeface="Calibri"/>
              <a:buAutoNum type="romanUcPeriod"/>
            </a:pPr>
            <a:r>
              <a:rPr b="0" lang="en-US" sz="1800" spc="-1" strike="noStrike">
                <a:solidFill>
                  <a:schemeClr val="lt1"/>
                </a:solidFill>
                <a:latin typeface="Calibri Light"/>
              </a:rPr>
              <a:t>Third level</a:t>
            </a:r>
            <a:endParaRPr b="0" lang="nb-NO" sz="1800" spc="-1" strike="noStrike">
              <a:solidFill>
                <a:schemeClr val="dk2"/>
              </a:solidFill>
              <a:latin typeface="Calibri Light"/>
            </a:endParaRPr>
          </a:p>
          <a:p>
            <a:pPr lvl="3" marL="1350000" indent="-284400" defTabSz="914400">
              <a:lnSpc>
                <a:spcPct val="90000"/>
              </a:lnSpc>
              <a:spcBef>
                <a:spcPts val="499"/>
              </a:spcBef>
              <a:buClr>
                <a:srgbClr val="cdfae1"/>
              </a:buClr>
              <a:buFont typeface="Calibri"/>
              <a:buAutoNum type="romanUcPeriod"/>
            </a:pPr>
            <a:r>
              <a:rPr b="0" lang="en-US" sz="1600" spc="-1" strike="noStrike">
                <a:solidFill>
                  <a:schemeClr val="lt1"/>
                </a:solidFill>
                <a:latin typeface="Calibri Light"/>
              </a:rPr>
              <a:t>Fourth level</a:t>
            </a:r>
            <a:endParaRPr b="0" lang="nb-NO" sz="1600" spc="-1" strike="noStrike">
              <a:solidFill>
                <a:schemeClr val="dk2"/>
              </a:solidFill>
              <a:latin typeface="Calibri Light"/>
            </a:endParaRPr>
          </a:p>
          <a:p>
            <a:pPr lvl="4" marL="1638000" indent="-284400" defTabSz="914400">
              <a:lnSpc>
                <a:spcPct val="90000"/>
              </a:lnSpc>
              <a:spcBef>
                <a:spcPts val="499"/>
              </a:spcBef>
              <a:buClr>
                <a:srgbClr val="cdfae1"/>
              </a:buClr>
              <a:buFont typeface="Calibri"/>
              <a:buAutoNum type="romanUcPeriod"/>
            </a:pPr>
            <a:r>
              <a:rPr b="0" lang="en-US" sz="1500" spc="-1" strike="noStrike">
                <a:solidFill>
                  <a:schemeClr val="lt1"/>
                </a:solidFill>
                <a:latin typeface="Calibri Light"/>
              </a:rPr>
              <a:t>Fifth level</a:t>
            </a:r>
            <a:endParaRPr b="0" lang="nb-NO" sz="1500" spc="-1" strike="noStrike">
              <a:solidFill>
                <a:schemeClr val="dk2"/>
              </a:solidFill>
              <a:latin typeface="Calibri Light"/>
            </a:endParaRPr>
          </a:p>
        </p:txBody>
      </p:sp>
      <p:sp>
        <p:nvSpPr>
          <p:cNvPr id="295" name="PlaceHolder 4"/>
          <p:cNvSpPr>
            <a:spLocks noGrp="1"/>
          </p:cNvSpPr>
          <p:nvPr>
            <p:ph type="ftr" idx="17"/>
          </p:nvPr>
        </p:nvSpPr>
        <p:spPr>
          <a:xfrm>
            <a:off x="8022600" y="6354360"/>
            <a:ext cx="3423600" cy="193680"/>
          </a:xfrm>
          <a:prstGeom prst="rect">
            <a:avLst/>
          </a:prstGeom>
          <a:noFill/>
          <a:ln w="0">
            <a:noFill/>
          </a:ln>
        </p:spPr>
        <p:txBody>
          <a:bodyPr lIns="90000" rIns="90000" tIns="45000" bIns="45000" anchor="t">
            <a:noAutofit/>
          </a:bodyPr>
          <a:lstStyle>
            <a:lvl1pPr indent="0" algn="r" defTabSz="914400">
              <a:lnSpc>
                <a:spcPct val="100000"/>
              </a:lnSpc>
              <a:buNone/>
              <a:defRPr b="0" lang="nb-NO" sz="1800" spc="-1" strike="noStrike">
                <a:solidFill>
                  <a:schemeClr val="lt1"/>
                </a:solidFill>
                <a:latin typeface="Calibri"/>
              </a:defRPr>
            </a:lvl1pPr>
          </a:lstStyle>
          <a:p>
            <a:pPr indent="0" algn="r" defTabSz="914400">
              <a:lnSpc>
                <a:spcPct val="100000"/>
              </a:lnSpc>
              <a:buNone/>
            </a:pPr>
            <a:r>
              <a:rPr b="0" lang="nb-NO" sz="1800" spc="-1" strike="noStrike">
                <a:solidFill>
                  <a:schemeClr val="lt1"/>
                </a:solidFill>
                <a:latin typeface="Calibri"/>
              </a:rPr>
              <a:t>&lt;footer&gt;</a:t>
            </a:r>
            <a:endParaRPr b="0" lang="en-US" sz="1800" spc="-1" strike="noStrike">
              <a:solidFill>
                <a:srgbClr val="ffffff"/>
              </a:solidFill>
              <a:latin typeface="Times New Roman"/>
            </a:endParaRPr>
          </a:p>
        </p:txBody>
      </p:sp>
      <p:pic>
        <p:nvPicPr>
          <p:cNvPr id="296" name="Grafikk 3" descr=""/>
          <p:cNvPicPr/>
          <p:nvPr/>
        </p:nvPicPr>
        <p:blipFill>
          <a:blip r:embed="rId4">
            <a:extLst>
              <a:ext uri="{96DAC541-7B7A-43D3-8B79-37D633B846F1}">
                <asvg:svgBlip xmlns:asvg="http://schemas.microsoft.com/office/drawing/2016/SVG/main" r:embed="rId5"/>
              </a:ext>
            </a:extLst>
          </a:blip>
          <a:stretch/>
        </p:blipFill>
        <p:spPr>
          <a:xfrm>
            <a:off x="727200" y="-324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41" r:id="rId6"/>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97"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298" name="PlaceHolder 1"/>
          <p:cNvSpPr>
            <a:spLocks noGrp="1"/>
          </p:cNvSpPr>
          <p:nvPr>
            <p:ph type="body"/>
          </p:nvPr>
        </p:nvSpPr>
        <p:spPr>
          <a:xfrm>
            <a:off x="0" y="3821400"/>
            <a:ext cx="489708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dk2"/>
                </a:solidFill>
                <a:latin typeface="Calibri Light"/>
              </a:rPr>
              <a:t> </a:t>
            </a:r>
            <a:endParaRPr b="0" lang="nb-NO" sz="2400" spc="-1" strike="noStrike">
              <a:solidFill>
                <a:schemeClr val="dk2"/>
              </a:solidFill>
              <a:latin typeface="Calibri Light"/>
            </a:endParaRPr>
          </a:p>
        </p:txBody>
      </p:sp>
      <p:sp>
        <p:nvSpPr>
          <p:cNvPr id="299" name="PlaceHolder 2"/>
          <p:cNvSpPr>
            <a:spLocks noGrp="1"/>
          </p:cNvSpPr>
          <p:nvPr>
            <p:ph type="body"/>
          </p:nvPr>
        </p:nvSpPr>
        <p:spPr>
          <a:xfrm>
            <a:off x="4897440" y="0"/>
            <a:ext cx="7294320" cy="6858000"/>
          </a:xfrm>
          <a:prstGeom prst="rect">
            <a:avLst/>
          </a:prstGeom>
          <a:blipFill rotWithShape="0">
            <a:blip r:embed="rId4"/>
            <a:stretch/>
          </a:blip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300" name="PlaceHolder 3"/>
          <p:cNvSpPr>
            <a:spLocks noGrp="1"/>
          </p:cNvSpPr>
          <p:nvPr>
            <p:ph type="title"/>
          </p:nvPr>
        </p:nvSpPr>
        <p:spPr>
          <a:xfrm>
            <a:off x="720000" y="3585600"/>
            <a:ext cx="384732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En kort tittel</a:t>
            </a:r>
            <a:endParaRPr b="0" lang="nb-NO" sz="3850" spc="-1" strike="noStrike">
              <a:solidFill>
                <a:schemeClr val="dk1"/>
              </a:solidFill>
              <a:latin typeface="Calibri"/>
            </a:endParaRPr>
          </a:p>
        </p:txBody>
      </p:sp>
      <p:sp>
        <p:nvSpPr>
          <p:cNvPr id="301" name="PlaceHolder 4"/>
          <p:cNvSpPr>
            <a:spLocks noGrp="1"/>
          </p:cNvSpPr>
          <p:nvPr>
            <p:ph type="ftr" idx="18"/>
          </p:nvPr>
        </p:nvSpPr>
        <p:spPr>
          <a:xfrm>
            <a:off x="8022600" y="6354360"/>
            <a:ext cx="3487680" cy="193680"/>
          </a:xfrm>
          <a:prstGeom prst="rect">
            <a:avLst/>
          </a:prstGeom>
          <a:noFill/>
          <a:ln w="0">
            <a:noFill/>
          </a:ln>
        </p:spPr>
        <p:txBody>
          <a:bodyPr lIns="90000" rIns="90000" tIns="45000" bIns="45000" anchor="t">
            <a:noAutofit/>
          </a:bodyPr>
          <a:lstStyle>
            <a:lvl1pPr indent="0" defTabSz="914400">
              <a:lnSpc>
                <a:spcPct val="100000"/>
              </a:lnSpc>
              <a:buNone/>
              <a:defRPr b="0" lang="nb-NO" sz="1800" spc="-1" strike="noStrike">
                <a:solidFill>
                  <a:schemeClr val="dk2"/>
                </a:solidFill>
                <a:latin typeface="Calibri"/>
              </a:defRPr>
            </a:lvl1pPr>
          </a:lstStyle>
          <a:p>
            <a:pPr indent="0"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pic>
        <p:nvPicPr>
          <p:cNvPr id="302" name="Grafikk 1" descr=""/>
          <p:cNvPicPr/>
          <p:nvPr/>
        </p:nvPicPr>
        <p:blipFill>
          <a:blip r:embed="rId5">
            <a:extLst>
              <a:ext uri="{96DAC541-7B7A-43D3-8B79-37D633B846F1}">
                <asvg:svgBlip xmlns:asvg="http://schemas.microsoft.com/office/drawing/2016/SVG/main" r:embed="rId6"/>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43" r:id="rId7"/>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03"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0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05" name="PlaceHolder 2"/>
          <p:cNvSpPr>
            <a:spLocks noGrp="1"/>
          </p:cNvSpPr>
          <p:nvPr>
            <p:ph type="body"/>
          </p:nvPr>
        </p:nvSpPr>
        <p:spPr>
          <a:xfrm>
            <a:off x="75816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06" name="PlaceHolder 3"/>
          <p:cNvSpPr>
            <a:spLocks noGrp="1"/>
          </p:cNvSpPr>
          <p:nvPr>
            <p:ph type="body"/>
          </p:nvPr>
        </p:nvSpPr>
        <p:spPr>
          <a:xfrm>
            <a:off x="460188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07" name="PlaceHolder 4"/>
          <p:cNvSpPr>
            <a:spLocks noGrp="1"/>
          </p:cNvSpPr>
          <p:nvPr>
            <p:ph type="body"/>
          </p:nvPr>
        </p:nvSpPr>
        <p:spPr>
          <a:xfrm>
            <a:off x="8445600" y="1915200"/>
            <a:ext cx="3064320" cy="463320"/>
          </a:xfrm>
          <a:prstGeom prst="rect">
            <a:avLst/>
          </a:prstGeom>
          <a:noFill/>
          <a:ln w="0">
            <a:noFill/>
          </a:ln>
        </p:spPr>
        <p:txBody>
          <a:bodyPr lIns="0" rIns="0" tIns="0" bIns="0" anchor="ctr">
            <a:normAutofit fontScale="6247" lnSpcReduction="2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08" name="PlaceHolder 5"/>
          <p:cNvSpPr>
            <a:spLocks noGrp="1"/>
          </p:cNvSpPr>
          <p:nvPr>
            <p:ph type="body"/>
          </p:nvPr>
        </p:nvSpPr>
        <p:spPr>
          <a:xfrm>
            <a:off x="75816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309" name="PlaceHolder 6"/>
          <p:cNvSpPr>
            <a:spLocks noGrp="1"/>
          </p:cNvSpPr>
          <p:nvPr>
            <p:ph type="body"/>
          </p:nvPr>
        </p:nvSpPr>
        <p:spPr>
          <a:xfrm>
            <a:off x="460188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310" name="PlaceHolder 7"/>
          <p:cNvSpPr>
            <a:spLocks noGrp="1"/>
          </p:cNvSpPr>
          <p:nvPr>
            <p:ph type="body"/>
          </p:nvPr>
        </p:nvSpPr>
        <p:spPr>
          <a:xfrm>
            <a:off x="8445600" y="2660400"/>
            <a:ext cx="30643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45" r:id="rId4"/>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12"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13" name="PlaceHolder 2"/>
          <p:cNvSpPr>
            <a:spLocks noGrp="1"/>
          </p:cNvSpPr>
          <p:nvPr>
            <p:ph type="body"/>
          </p:nvPr>
        </p:nvSpPr>
        <p:spPr>
          <a:xfrm>
            <a:off x="75816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14" name="PlaceHolder 3"/>
          <p:cNvSpPr>
            <a:spLocks noGrp="1"/>
          </p:cNvSpPr>
          <p:nvPr>
            <p:ph type="body"/>
          </p:nvPr>
        </p:nvSpPr>
        <p:spPr>
          <a:xfrm>
            <a:off x="75816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15" name="PlaceHolder 4"/>
          <p:cNvSpPr>
            <a:spLocks noGrp="1"/>
          </p:cNvSpPr>
          <p:nvPr>
            <p:ph type="body"/>
          </p:nvPr>
        </p:nvSpPr>
        <p:spPr>
          <a:xfrm>
            <a:off x="359496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16" name="PlaceHolder 5"/>
          <p:cNvSpPr>
            <a:spLocks noGrp="1"/>
          </p:cNvSpPr>
          <p:nvPr>
            <p:ph type="body"/>
          </p:nvPr>
        </p:nvSpPr>
        <p:spPr>
          <a:xfrm>
            <a:off x="643140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17" name="PlaceHolder 6"/>
          <p:cNvSpPr>
            <a:spLocks noGrp="1"/>
          </p:cNvSpPr>
          <p:nvPr>
            <p:ph type="body"/>
          </p:nvPr>
        </p:nvSpPr>
        <p:spPr>
          <a:xfrm>
            <a:off x="9278280" y="2087640"/>
            <a:ext cx="2231280" cy="463320"/>
          </a:xfrm>
          <a:prstGeom prst="rect">
            <a:avLst/>
          </a:prstGeom>
          <a:noFill/>
          <a:ln w="0">
            <a:noFill/>
          </a:ln>
        </p:spPr>
        <p:txBody>
          <a:bodyPr lIns="0" rIns="0" tIns="0" bIns="0" anchor="ctr">
            <a:normAutofit fontScale="1249"/>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318" name="PlaceHolder 7"/>
          <p:cNvSpPr>
            <a:spLocks noGrp="1"/>
          </p:cNvSpPr>
          <p:nvPr>
            <p:ph type="body"/>
          </p:nvPr>
        </p:nvSpPr>
        <p:spPr>
          <a:xfrm>
            <a:off x="359496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19" name="PlaceHolder 8"/>
          <p:cNvSpPr>
            <a:spLocks noGrp="1"/>
          </p:cNvSpPr>
          <p:nvPr>
            <p:ph type="body"/>
          </p:nvPr>
        </p:nvSpPr>
        <p:spPr>
          <a:xfrm>
            <a:off x="643140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20" name="PlaceHolder 9"/>
          <p:cNvSpPr>
            <a:spLocks noGrp="1"/>
          </p:cNvSpPr>
          <p:nvPr>
            <p:ph type="body"/>
          </p:nvPr>
        </p:nvSpPr>
        <p:spPr>
          <a:xfrm>
            <a:off x="9278280" y="2832840"/>
            <a:ext cx="2231280" cy="35082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47" r:id="rId4"/>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2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22"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23" name="PlaceHolder 2"/>
          <p:cNvSpPr>
            <a:spLocks noGrp="1"/>
          </p:cNvSpPr>
          <p:nvPr>
            <p:ph type="body"/>
          </p:nvPr>
        </p:nvSpPr>
        <p:spPr>
          <a:xfrm>
            <a:off x="75816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324" name="PlaceHolder 3"/>
          <p:cNvSpPr>
            <a:spLocks noGrp="1"/>
          </p:cNvSpPr>
          <p:nvPr>
            <p:ph type="body"/>
          </p:nvPr>
        </p:nvSpPr>
        <p:spPr>
          <a:xfrm>
            <a:off x="298152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325" name="PlaceHolder 4"/>
          <p:cNvSpPr>
            <a:spLocks noGrp="1"/>
          </p:cNvSpPr>
          <p:nvPr>
            <p:ph type="body"/>
          </p:nvPr>
        </p:nvSpPr>
        <p:spPr>
          <a:xfrm>
            <a:off x="520452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326" name="PlaceHolder 5"/>
          <p:cNvSpPr>
            <a:spLocks noGrp="1"/>
          </p:cNvSpPr>
          <p:nvPr>
            <p:ph type="body"/>
          </p:nvPr>
        </p:nvSpPr>
        <p:spPr>
          <a:xfrm>
            <a:off x="742788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327" name="PlaceHolder 6"/>
          <p:cNvSpPr>
            <a:spLocks noGrp="1"/>
          </p:cNvSpPr>
          <p:nvPr>
            <p:ph type="body"/>
          </p:nvPr>
        </p:nvSpPr>
        <p:spPr>
          <a:xfrm>
            <a:off x="9650880" y="2264400"/>
            <a:ext cx="1843200" cy="463320"/>
          </a:xfrm>
          <a:prstGeom prst="rect">
            <a:avLst/>
          </a:prstGeom>
          <a:noFill/>
          <a:ln w="0">
            <a:noFill/>
          </a:ln>
        </p:spPr>
        <p:txBody>
          <a:bodyPr lIns="0" rIns="0" tIns="0" bIns="0" anchor="ctr">
            <a:normAutofit/>
          </a:bodyPr>
          <a:p>
            <a:pPr indent="0" defTabSz="914400">
              <a:lnSpc>
                <a:spcPct val="90000"/>
              </a:lnSpc>
              <a:spcBef>
                <a:spcPts val="1001"/>
              </a:spcBef>
              <a:buNone/>
              <a:tabLst>
                <a:tab algn="l" pos="0"/>
              </a:tabLst>
            </a:pPr>
            <a:r>
              <a:rPr b="1" lang="en-US" sz="2400" spc="-1" strike="noStrike">
                <a:solidFill>
                  <a:schemeClr val="dk2"/>
                </a:solidFill>
                <a:latin typeface="Calibri"/>
              </a:rPr>
              <a:t>Text</a:t>
            </a:r>
            <a:endParaRPr b="0" lang="nb-NO" sz="2400" spc="-1" strike="noStrike">
              <a:solidFill>
                <a:schemeClr val="dk2"/>
              </a:solidFill>
              <a:latin typeface="Calibri Light"/>
            </a:endParaRPr>
          </a:p>
        </p:txBody>
      </p:sp>
      <p:sp>
        <p:nvSpPr>
          <p:cNvPr id="328" name="PlaceHolder 7"/>
          <p:cNvSpPr>
            <a:spLocks noGrp="1"/>
          </p:cNvSpPr>
          <p:nvPr>
            <p:ph type="body"/>
          </p:nvPr>
        </p:nvSpPr>
        <p:spPr>
          <a:xfrm>
            <a:off x="75816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29" name="PlaceHolder 8"/>
          <p:cNvSpPr>
            <a:spLocks noGrp="1"/>
          </p:cNvSpPr>
          <p:nvPr>
            <p:ph type="body"/>
          </p:nvPr>
        </p:nvSpPr>
        <p:spPr>
          <a:xfrm>
            <a:off x="298152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0" name="PlaceHolder 9"/>
          <p:cNvSpPr>
            <a:spLocks noGrp="1"/>
          </p:cNvSpPr>
          <p:nvPr>
            <p:ph type="body"/>
          </p:nvPr>
        </p:nvSpPr>
        <p:spPr>
          <a:xfrm>
            <a:off x="520452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1" name="PlaceHolder 10"/>
          <p:cNvSpPr>
            <a:spLocks noGrp="1"/>
          </p:cNvSpPr>
          <p:nvPr>
            <p:ph type="body"/>
          </p:nvPr>
        </p:nvSpPr>
        <p:spPr>
          <a:xfrm>
            <a:off x="742788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2" name="PlaceHolder 11"/>
          <p:cNvSpPr>
            <a:spLocks noGrp="1"/>
          </p:cNvSpPr>
          <p:nvPr>
            <p:ph type="body"/>
          </p:nvPr>
        </p:nvSpPr>
        <p:spPr>
          <a:xfrm>
            <a:off x="9650880" y="3121560"/>
            <a:ext cx="1843200" cy="3045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49" r:id="rId4"/>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33"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3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35" name="PlaceHolder 2"/>
          <p:cNvSpPr>
            <a:spLocks noGrp="1"/>
          </p:cNvSpPr>
          <p:nvPr>
            <p:ph type="body"/>
          </p:nvPr>
        </p:nvSpPr>
        <p:spPr>
          <a:xfrm>
            <a:off x="758160" y="225900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6" name="PlaceHolder 3"/>
          <p:cNvSpPr>
            <a:spLocks noGrp="1"/>
          </p:cNvSpPr>
          <p:nvPr>
            <p:ph type="body"/>
          </p:nvPr>
        </p:nvSpPr>
        <p:spPr>
          <a:xfrm>
            <a:off x="758160" y="4201920"/>
            <a:ext cx="514872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7" name="PlaceHolder 4"/>
          <p:cNvSpPr>
            <a:spLocks noGrp="1"/>
          </p:cNvSpPr>
          <p:nvPr>
            <p:ph type="body"/>
          </p:nvPr>
        </p:nvSpPr>
        <p:spPr>
          <a:xfrm>
            <a:off x="6360840" y="225900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
        <p:nvSpPr>
          <p:cNvPr id="338" name="PlaceHolder 5"/>
          <p:cNvSpPr>
            <a:spLocks noGrp="1"/>
          </p:cNvSpPr>
          <p:nvPr>
            <p:ph type="body"/>
          </p:nvPr>
        </p:nvSpPr>
        <p:spPr>
          <a:xfrm>
            <a:off x="6360840" y="4201920"/>
            <a:ext cx="5110560" cy="148896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000" spc="-1" strike="noStrike">
                <a:solidFill>
                  <a:schemeClr val="dk2"/>
                </a:solidFill>
                <a:latin typeface="Calibri Light"/>
              </a:rPr>
              <a:t>Click to edit Master text styles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1800" spc="-1" strike="noStrike">
                <a:solidFill>
                  <a:schemeClr val="dk2"/>
                </a:solidFill>
                <a:latin typeface="Calibri Light"/>
              </a:rPr>
              <a:t>Second level</a:t>
            </a:r>
            <a:endParaRPr b="0" lang="nb-NO" sz="18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600" spc="-1" strike="noStrike">
                <a:solidFill>
                  <a:schemeClr val="dk2"/>
                </a:solidFill>
                <a:latin typeface="Calibri Light"/>
              </a:rPr>
              <a:t>Third level</a:t>
            </a:r>
            <a:endParaRPr b="0" lang="nb-NO" sz="16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500" spc="-1" strike="noStrike">
                <a:solidFill>
                  <a:schemeClr val="dk2"/>
                </a:solidFill>
                <a:latin typeface="Calibri Light"/>
              </a:rPr>
              <a:t>Fourth level</a:t>
            </a:r>
            <a:endParaRPr b="0" lang="nb-NO" sz="15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400" spc="-1" strike="noStrike">
                <a:solidFill>
                  <a:schemeClr val="dk2"/>
                </a:solidFill>
                <a:latin typeface="Calibri Light"/>
              </a:rPr>
              <a:t>Fifth level</a:t>
            </a:r>
            <a:endParaRPr b="0" lang="nb-NO" sz="1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51" r:id="rId4"/>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39"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40"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41" name="Text Placeholder 7"/>
          <p:cNvSpPr/>
          <p:nvPr/>
        </p:nvSpPr>
        <p:spPr>
          <a:xfrm>
            <a:off x="717840" y="197388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42" name="PlaceHolder 2"/>
          <p:cNvSpPr>
            <a:spLocks noGrp="1"/>
          </p:cNvSpPr>
          <p:nvPr>
            <p:ph type="body"/>
          </p:nvPr>
        </p:nvSpPr>
        <p:spPr>
          <a:xfrm>
            <a:off x="91980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343" name="Text Placeholder 7"/>
          <p:cNvSpPr/>
          <p:nvPr/>
        </p:nvSpPr>
        <p:spPr>
          <a:xfrm>
            <a:off x="3565440" y="196992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44" name="PlaceHolder 3"/>
          <p:cNvSpPr>
            <a:spLocks noGrp="1"/>
          </p:cNvSpPr>
          <p:nvPr>
            <p:ph type="body"/>
          </p:nvPr>
        </p:nvSpPr>
        <p:spPr>
          <a:xfrm>
            <a:off x="376704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345" name="Text Placeholder 7"/>
          <p:cNvSpPr/>
          <p:nvPr/>
        </p:nvSpPr>
        <p:spPr>
          <a:xfrm>
            <a:off x="6387480" y="197388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46" name="PlaceHolder 4"/>
          <p:cNvSpPr>
            <a:spLocks noGrp="1"/>
          </p:cNvSpPr>
          <p:nvPr>
            <p:ph type="body"/>
          </p:nvPr>
        </p:nvSpPr>
        <p:spPr>
          <a:xfrm>
            <a:off x="6589080" y="211140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
        <p:nvSpPr>
          <p:cNvPr id="347" name="Text Placeholder 7"/>
          <p:cNvSpPr/>
          <p:nvPr/>
        </p:nvSpPr>
        <p:spPr>
          <a:xfrm>
            <a:off x="9222120" y="1969920"/>
            <a:ext cx="2246760" cy="4467960"/>
          </a:xfrm>
          <a:prstGeom prst="roundRect">
            <a:avLst>
              <a:gd name="adj" fmla="val 16667"/>
            </a:avLst>
          </a:prstGeom>
          <a:solidFill>
            <a:schemeClr val="tx2"/>
          </a:solidFill>
          <a:ln w="0">
            <a:noFill/>
          </a:ln>
        </p:spPr>
        <p:style>
          <a:lnRef idx="0"/>
          <a:fillRef idx="0"/>
          <a:effectRef idx="0"/>
          <a:fontRef idx="minor"/>
        </p:style>
        <p:txBody>
          <a:bodyPr lIns="0" rIns="0" tIns="828000" bIns="0" anchor="t">
            <a:normAutofit/>
          </a:bodyPr>
          <a:p>
            <a:endParaRPr b="0" lang="en-US" sz="2000" spc="-1" strike="noStrike">
              <a:solidFill>
                <a:srgbClr val="ffffff"/>
              </a:solidFill>
              <a:latin typeface="Arial"/>
            </a:endParaRPr>
          </a:p>
        </p:txBody>
      </p:sp>
      <p:sp>
        <p:nvSpPr>
          <p:cNvPr id="348" name="PlaceHolder 5"/>
          <p:cNvSpPr>
            <a:spLocks noGrp="1"/>
          </p:cNvSpPr>
          <p:nvPr>
            <p:ph type="body"/>
          </p:nvPr>
        </p:nvSpPr>
        <p:spPr>
          <a:xfrm>
            <a:off x="9423720" y="2107440"/>
            <a:ext cx="1843200" cy="463320"/>
          </a:xfrm>
          <a:prstGeom prst="rect">
            <a:avLst/>
          </a:prstGeom>
          <a:noFill/>
          <a:ln w="0">
            <a:noFill/>
          </a:ln>
        </p:spPr>
        <p:txBody>
          <a:bodyPr lIns="0" rIns="0" tIns="0" bIns="0" anchor="ctr">
            <a:normAutofit/>
          </a:bodyPr>
          <a:p>
            <a:pPr indent="0" algn="ctr" defTabSz="914400">
              <a:lnSpc>
                <a:spcPct val="90000"/>
              </a:lnSpc>
              <a:spcBef>
                <a:spcPts val="1001"/>
              </a:spcBef>
              <a:buNone/>
              <a:tabLst>
                <a:tab algn="l" pos="0"/>
              </a:tabLst>
            </a:pPr>
            <a:r>
              <a:rPr b="0" lang="en-US" sz="2400" spc="-1" strike="noStrike" cap="all">
                <a:solidFill>
                  <a:schemeClr val="lt1"/>
                </a:solidFill>
                <a:latin typeface="Calibri"/>
              </a:rPr>
              <a:t>Text</a:t>
            </a:r>
            <a:endParaRPr b="0" lang="nb-NO" sz="24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53" r:id="rId4"/>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9"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50"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51" name="Text Placeholder 7"/>
          <p:cNvSpPr/>
          <p:nvPr/>
        </p:nvSpPr>
        <p:spPr>
          <a:xfrm>
            <a:off x="717840" y="2126520"/>
            <a:ext cx="2548800" cy="4247640"/>
          </a:xfrm>
          <a:prstGeom prst="roundRect">
            <a:avLst>
              <a:gd name="adj" fmla="val 9567"/>
            </a:avLst>
          </a:prstGeom>
          <a:solidFill>
            <a:schemeClr val="tx2"/>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52" name="PlaceHolder 2"/>
          <p:cNvSpPr>
            <a:spLocks noGrp="1"/>
          </p:cNvSpPr>
          <p:nvPr>
            <p:ph type="body"/>
          </p:nvPr>
        </p:nvSpPr>
        <p:spPr>
          <a:xfrm>
            <a:off x="87696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53" name="PlaceHolder 3"/>
          <p:cNvSpPr>
            <a:spLocks noGrp="1"/>
          </p:cNvSpPr>
          <p:nvPr>
            <p:ph type="body"/>
          </p:nvPr>
        </p:nvSpPr>
        <p:spPr>
          <a:xfrm>
            <a:off x="78372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354" name="Text Placeholder 7"/>
          <p:cNvSpPr/>
          <p:nvPr/>
        </p:nvSpPr>
        <p:spPr>
          <a:xfrm>
            <a:off x="3465000" y="2126520"/>
            <a:ext cx="2548800" cy="4247640"/>
          </a:xfrm>
          <a:prstGeom prst="roundRect">
            <a:avLst>
              <a:gd name="adj" fmla="val 9567"/>
            </a:avLst>
          </a:prstGeom>
          <a:solidFill>
            <a:schemeClr val="accent4"/>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55" name="PlaceHolder 4"/>
          <p:cNvSpPr>
            <a:spLocks noGrp="1"/>
          </p:cNvSpPr>
          <p:nvPr>
            <p:ph type="body"/>
          </p:nvPr>
        </p:nvSpPr>
        <p:spPr>
          <a:xfrm>
            <a:off x="362412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56" name="PlaceHolder 5"/>
          <p:cNvSpPr>
            <a:spLocks noGrp="1"/>
          </p:cNvSpPr>
          <p:nvPr>
            <p:ph type="body"/>
          </p:nvPr>
        </p:nvSpPr>
        <p:spPr>
          <a:xfrm>
            <a:off x="353088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357" name="Text Placeholder 7"/>
          <p:cNvSpPr/>
          <p:nvPr/>
        </p:nvSpPr>
        <p:spPr>
          <a:xfrm>
            <a:off x="6213240" y="2126520"/>
            <a:ext cx="2548800" cy="4247640"/>
          </a:xfrm>
          <a:prstGeom prst="roundRect">
            <a:avLst>
              <a:gd name="adj" fmla="val 9567"/>
            </a:avLst>
          </a:prstGeom>
          <a:solidFill>
            <a:schemeClr val="accent3"/>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58" name="PlaceHolder 6"/>
          <p:cNvSpPr>
            <a:spLocks noGrp="1"/>
          </p:cNvSpPr>
          <p:nvPr>
            <p:ph type="body"/>
          </p:nvPr>
        </p:nvSpPr>
        <p:spPr>
          <a:xfrm>
            <a:off x="637236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59" name="PlaceHolder 7"/>
          <p:cNvSpPr>
            <a:spLocks noGrp="1"/>
          </p:cNvSpPr>
          <p:nvPr>
            <p:ph type="body"/>
          </p:nvPr>
        </p:nvSpPr>
        <p:spPr>
          <a:xfrm>
            <a:off x="627876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360" name="Text Placeholder 7"/>
          <p:cNvSpPr/>
          <p:nvPr/>
        </p:nvSpPr>
        <p:spPr>
          <a:xfrm>
            <a:off x="8960760" y="2126520"/>
            <a:ext cx="2548800" cy="4247640"/>
          </a:xfrm>
          <a:prstGeom prst="roundRect">
            <a:avLst>
              <a:gd name="adj" fmla="val 9567"/>
            </a:avLst>
          </a:prstGeom>
          <a:solidFill>
            <a:schemeClr val="accent1"/>
          </a:solidFill>
          <a:ln w="0">
            <a:noFill/>
          </a:ln>
        </p:spPr>
        <p:style>
          <a:lnRef idx="0"/>
          <a:fillRef idx="0"/>
          <a:effectRef idx="0"/>
          <a:fontRef idx="minor"/>
        </p:style>
        <p:txBody>
          <a:bodyPr lIns="72000" rIns="0" tIns="224640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61" name="PlaceHolder 8"/>
          <p:cNvSpPr>
            <a:spLocks noGrp="1"/>
          </p:cNvSpPr>
          <p:nvPr>
            <p:ph type="body"/>
          </p:nvPr>
        </p:nvSpPr>
        <p:spPr>
          <a:xfrm>
            <a:off x="9120240" y="5033880"/>
            <a:ext cx="2301480" cy="1217880"/>
          </a:xfrm>
          <a:prstGeom prst="rect">
            <a:avLst/>
          </a:prstGeom>
          <a:noFill/>
          <a:ln w="0">
            <a:noFill/>
          </a:ln>
        </p:spPr>
        <p:txBody>
          <a:bodyPr lIns="0" rIns="0" tIns="0" bIns="0" anchor="t">
            <a:normAutofit fontScale="5996"/>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62" name="PlaceHolder 9"/>
          <p:cNvSpPr>
            <a:spLocks noGrp="1"/>
          </p:cNvSpPr>
          <p:nvPr>
            <p:ph type="body"/>
          </p:nvPr>
        </p:nvSpPr>
        <p:spPr>
          <a:xfrm>
            <a:off x="9026640" y="2191680"/>
            <a:ext cx="2395440" cy="2147400"/>
          </a:xfrm>
          <a:prstGeom prst="rect">
            <a:avLst/>
          </a:prstGeom>
          <a:noFill/>
          <a:ln w="0">
            <a:noFill/>
          </a:ln>
        </p:spPr>
        <p:txBody>
          <a:bodyPr lIns="0" rIns="0" tIns="0" bIns="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55" r:id="rId4"/>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3"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6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65" name="Text Placeholder 7"/>
          <p:cNvSpPr/>
          <p:nvPr/>
        </p:nvSpPr>
        <p:spPr>
          <a:xfrm>
            <a:off x="717840" y="2126520"/>
            <a:ext cx="2548800" cy="4247640"/>
          </a:xfrm>
          <a:prstGeom prst="roundRect">
            <a:avLst>
              <a:gd name="adj" fmla="val 9567"/>
            </a:avLst>
          </a:prstGeom>
          <a:solidFill>
            <a:schemeClr val="tx2"/>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66" name="PlaceHolder 2"/>
          <p:cNvSpPr>
            <a:spLocks noGrp="1"/>
          </p:cNvSpPr>
          <p:nvPr>
            <p:ph type="body"/>
          </p:nvPr>
        </p:nvSpPr>
        <p:spPr>
          <a:xfrm>
            <a:off x="87696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67" name="Text Placeholder 7"/>
          <p:cNvSpPr/>
          <p:nvPr/>
        </p:nvSpPr>
        <p:spPr>
          <a:xfrm>
            <a:off x="3465000" y="2126520"/>
            <a:ext cx="2548800" cy="4247640"/>
          </a:xfrm>
          <a:prstGeom prst="roundRect">
            <a:avLst>
              <a:gd name="adj" fmla="val 9567"/>
            </a:avLst>
          </a:prstGeom>
          <a:solidFill>
            <a:schemeClr val="accent4"/>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68" name="PlaceHolder 3"/>
          <p:cNvSpPr>
            <a:spLocks noGrp="1"/>
          </p:cNvSpPr>
          <p:nvPr>
            <p:ph type="body"/>
          </p:nvPr>
        </p:nvSpPr>
        <p:spPr>
          <a:xfrm>
            <a:off x="362412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69" name="Text Placeholder 7"/>
          <p:cNvSpPr/>
          <p:nvPr/>
        </p:nvSpPr>
        <p:spPr>
          <a:xfrm>
            <a:off x="6213240" y="2126520"/>
            <a:ext cx="2548800" cy="4247640"/>
          </a:xfrm>
          <a:prstGeom prst="roundRect">
            <a:avLst>
              <a:gd name="adj" fmla="val 9567"/>
            </a:avLst>
          </a:prstGeom>
          <a:solidFill>
            <a:schemeClr val="accent3"/>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70" name="PlaceHolder 4"/>
          <p:cNvSpPr>
            <a:spLocks noGrp="1"/>
          </p:cNvSpPr>
          <p:nvPr>
            <p:ph type="body"/>
          </p:nvPr>
        </p:nvSpPr>
        <p:spPr>
          <a:xfrm>
            <a:off x="637236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71" name="Text Placeholder 7"/>
          <p:cNvSpPr/>
          <p:nvPr/>
        </p:nvSpPr>
        <p:spPr>
          <a:xfrm>
            <a:off x="8960760" y="2126520"/>
            <a:ext cx="2548800" cy="4247640"/>
          </a:xfrm>
          <a:prstGeom prst="roundRect">
            <a:avLst>
              <a:gd name="adj" fmla="val 9567"/>
            </a:avLst>
          </a:prstGeom>
          <a:solidFill>
            <a:schemeClr val="accent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lt1"/>
                </a:solidFill>
                <a:latin typeface="Calibri"/>
              </a:rPr>
              <a:t>En linje</a:t>
            </a:r>
            <a:endParaRPr b="0" lang="en-US" sz="3000" spc="-1" strike="noStrike">
              <a:solidFill>
                <a:srgbClr val="ffffff"/>
              </a:solidFill>
              <a:latin typeface="Arial"/>
            </a:endParaRPr>
          </a:p>
        </p:txBody>
      </p:sp>
      <p:sp>
        <p:nvSpPr>
          <p:cNvPr id="372" name="PlaceHolder 5"/>
          <p:cNvSpPr>
            <a:spLocks noGrp="1"/>
          </p:cNvSpPr>
          <p:nvPr>
            <p:ph type="body"/>
          </p:nvPr>
        </p:nvSpPr>
        <p:spPr>
          <a:xfrm>
            <a:off x="9120240" y="27090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57" r:id="rId4"/>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3"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7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375" name="Text Placeholder 7"/>
          <p:cNvSpPr/>
          <p:nvPr/>
        </p:nvSpPr>
        <p:spPr>
          <a:xfrm>
            <a:off x="717840" y="2086920"/>
            <a:ext cx="2548800" cy="4247640"/>
          </a:xfrm>
          <a:prstGeom prst="roundRect">
            <a:avLst>
              <a:gd name="adj" fmla="val 9567"/>
            </a:avLst>
          </a:prstGeom>
          <a:solidFill>
            <a:srgbClr val="db8784"/>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376" name="PlaceHolder 2"/>
          <p:cNvSpPr>
            <a:spLocks noGrp="1"/>
          </p:cNvSpPr>
          <p:nvPr>
            <p:ph type="body"/>
          </p:nvPr>
        </p:nvSpPr>
        <p:spPr>
          <a:xfrm>
            <a:off x="87696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77" name="Text Placeholder 7"/>
          <p:cNvSpPr/>
          <p:nvPr/>
        </p:nvSpPr>
        <p:spPr>
          <a:xfrm>
            <a:off x="3465000" y="2086920"/>
            <a:ext cx="2548800" cy="4247640"/>
          </a:xfrm>
          <a:prstGeom prst="roundRect">
            <a:avLst>
              <a:gd name="adj" fmla="val 9567"/>
            </a:avLst>
          </a:prstGeom>
          <a:solidFill>
            <a:srgbClr val="efcc6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378" name="PlaceHolder 3"/>
          <p:cNvSpPr>
            <a:spLocks noGrp="1"/>
          </p:cNvSpPr>
          <p:nvPr>
            <p:ph type="body"/>
          </p:nvPr>
        </p:nvSpPr>
        <p:spPr>
          <a:xfrm>
            <a:off x="362412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79" name="Text Placeholder 7"/>
          <p:cNvSpPr/>
          <p:nvPr/>
        </p:nvSpPr>
        <p:spPr>
          <a:xfrm>
            <a:off x="6213240" y="2086920"/>
            <a:ext cx="2548800" cy="4247640"/>
          </a:xfrm>
          <a:prstGeom prst="roundRect">
            <a:avLst>
              <a:gd name="adj" fmla="val 9567"/>
            </a:avLst>
          </a:prstGeom>
          <a:solidFill>
            <a:srgbClr val="cdfae1"/>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000000"/>
              </a:solidFill>
              <a:latin typeface="Arial"/>
            </a:endParaRPr>
          </a:p>
        </p:txBody>
      </p:sp>
      <p:sp>
        <p:nvSpPr>
          <p:cNvPr id="380" name="PlaceHolder 4"/>
          <p:cNvSpPr>
            <a:spLocks noGrp="1"/>
          </p:cNvSpPr>
          <p:nvPr>
            <p:ph type="body"/>
          </p:nvPr>
        </p:nvSpPr>
        <p:spPr>
          <a:xfrm>
            <a:off x="637236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
        <p:nvSpPr>
          <p:cNvPr id="381" name="Text Placeholder 7"/>
          <p:cNvSpPr/>
          <p:nvPr/>
        </p:nvSpPr>
        <p:spPr>
          <a:xfrm>
            <a:off x="8960760" y="2086920"/>
            <a:ext cx="2548800" cy="4247640"/>
          </a:xfrm>
          <a:prstGeom prst="roundRect">
            <a:avLst>
              <a:gd name="adj" fmla="val 9567"/>
            </a:avLst>
          </a:prstGeom>
          <a:solidFill>
            <a:srgbClr val="14b978"/>
          </a:solidFill>
          <a:ln w="0">
            <a:noFill/>
          </a:ln>
        </p:spPr>
        <p:style>
          <a:lnRef idx="0"/>
          <a:fillRef idx="0"/>
          <a:effectRef idx="0"/>
          <a:fontRef idx="minor"/>
        </p:style>
        <p:txBody>
          <a:bodyPr lIns="72000" rIns="0" tIns="0" bIns="0" anchor="t">
            <a:noAutofit/>
          </a:bodyPr>
          <a:p>
            <a:pPr defTabSz="914400">
              <a:lnSpc>
                <a:spcPct val="90000"/>
              </a:lnSpc>
              <a:spcBef>
                <a:spcPts val="1001"/>
              </a:spcBef>
              <a:tabLst>
                <a:tab algn="l" pos="0"/>
              </a:tabLst>
            </a:pPr>
            <a:r>
              <a:rPr b="1" lang="en-US" sz="3000" spc="-1" strike="noStrike">
                <a:solidFill>
                  <a:schemeClr val="dk2"/>
                </a:solidFill>
                <a:latin typeface="Calibri"/>
              </a:rPr>
              <a:t>En linje</a:t>
            </a:r>
            <a:endParaRPr b="0" lang="en-US" sz="3000" spc="-1" strike="noStrike">
              <a:solidFill>
                <a:srgbClr val="ffffff"/>
              </a:solidFill>
              <a:latin typeface="Arial"/>
            </a:endParaRPr>
          </a:p>
        </p:txBody>
      </p:sp>
      <p:sp>
        <p:nvSpPr>
          <p:cNvPr id="382" name="PlaceHolder 5"/>
          <p:cNvSpPr>
            <a:spLocks noGrp="1"/>
          </p:cNvSpPr>
          <p:nvPr>
            <p:ph type="body"/>
          </p:nvPr>
        </p:nvSpPr>
        <p:spPr>
          <a:xfrm>
            <a:off x="9120240" y="2669400"/>
            <a:ext cx="2301480" cy="3542400"/>
          </a:xfrm>
          <a:prstGeom prst="rect">
            <a:avLst/>
          </a:prstGeom>
          <a:noFill/>
          <a:ln w="0">
            <a:noFill/>
          </a:ln>
        </p:spPr>
        <p:txBody>
          <a:bodyPr lIns="0" rIns="0" tIns="0" bIns="0" anchor="t">
            <a:normAutofit fontScale="24984" lnSpcReduction="10000"/>
          </a:bodyPr>
          <a:p>
            <a:pPr marL="432000" indent="-324000">
              <a:lnSpc>
                <a:spcPct val="90000"/>
              </a:lnSpc>
              <a:spcBef>
                <a:spcPts val="1417"/>
              </a:spcBef>
              <a:buClr>
                <a:srgbClr val="000000"/>
              </a:buClr>
              <a:buSzPct val="45000"/>
              <a:buFont typeface="Wingdings" charset="2"/>
              <a:buChar char=""/>
            </a:pPr>
            <a:r>
              <a:rPr b="0" lang="nb-NO" sz="2000" spc="-1" strike="noStrike">
                <a:solidFill>
                  <a:schemeClr val="dk2"/>
                </a:solidFill>
                <a:latin typeface="Calibri Light"/>
              </a:rPr>
              <a:t>Click to edit the outline text format</a:t>
            </a:r>
            <a:endParaRPr b="0" lang="nb-NO" sz="20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000" spc="-1" strike="noStrike">
                <a:solidFill>
                  <a:schemeClr val="dk2"/>
                </a:solidFill>
                <a:latin typeface="Calibri Light"/>
              </a:rPr>
              <a:t>Second Outline Level</a:t>
            </a:r>
            <a:endParaRPr b="0" lang="nb-NO" sz="20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000" spc="-1" strike="noStrike">
                <a:solidFill>
                  <a:schemeClr val="dk2"/>
                </a:solidFill>
                <a:latin typeface="Calibri Light"/>
              </a:rPr>
              <a:t>Third Outline Level</a:t>
            </a:r>
            <a:endParaRPr b="0" lang="nb-NO" sz="20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000" spc="-1" strike="noStrike">
                <a:solidFill>
                  <a:schemeClr val="dk2"/>
                </a:solidFill>
                <a:latin typeface="Calibri Light"/>
              </a:rPr>
              <a:t>Fourth Outline Level</a:t>
            </a:r>
            <a:endParaRPr b="0" lang="nb-NO" sz="20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59" r:id="rId4"/>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3"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384"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761" r:id="rId4"/>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5"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63" r:id="rId4"/>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pic>
        <p:nvPicPr>
          <p:cNvPr id="387" name="Bilde 9" descr="Et bilde som inneholder Menneskeansikt, smil, person, kunst&#10;&#10;Automatisk generert beskrivelse"/>
          <p:cNvPicPr/>
          <p:nvPr/>
        </p:nvPicPr>
        <p:blipFill>
          <a:blip r:embed="rId4"/>
          <a:stretch/>
        </p:blipFill>
        <p:spPr>
          <a:xfrm>
            <a:off x="0" y="0"/>
            <a:ext cx="12191760" cy="6857640"/>
          </a:xfrm>
          <a:prstGeom prst="rect">
            <a:avLst/>
          </a:prstGeom>
          <a:ln w="0">
            <a:noFill/>
          </a:ln>
        </p:spPr>
      </p:pic>
      <p:pic>
        <p:nvPicPr>
          <p:cNvPr id="388" name="Grafikk 3" descr=""/>
          <p:cNvPicPr/>
          <p:nvPr/>
        </p:nvPicPr>
        <p:blipFill>
          <a:blip r:embed="rId5">
            <a:extLst>
              <a:ext uri="{96DAC541-7B7A-43D3-8B79-37D633B846F1}">
                <asvg:svgBlip xmlns:asvg="http://schemas.microsoft.com/office/drawing/2016/SVG/main" r:embed="rId6"/>
              </a:ext>
            </a:extLst>
          </a:blip>
          <a:stretch/>
        </p:blipFill>
        <p:spPr>
          <a:xfrm>
            <a:off x="720000" y="0"/>
            <a:ext cx="1085400" cy="1296000"/>
          </a:xfrm>
          <a:prstGeom prst="rect">
            <a:avLst/>
          </a:prstGeom>
          <a:ln w="0">
            <a:noFill/>
          </a:ln>
        </p:spPr>
      </p:pic>
      <p:pic>
        <p:nvPicPr>
          <p:cNvPr id="389" name="Bilde 4" descr="Et bilde som inneholder Grafikk, Font, symbol, skjermbilde&#10;&#10;Automatisk generert beskrivelse"/>
          <p:cNvPicPr/>
          <p:nvPr/>
        </p:nvPicPr>
        <p:blipFill>
          <a:blip r:embed="rId7"/>
          <a:stretch/>
        </p:blipFill>
        <p:spPr>
          <a:xfrm>
            <a:off x="2980800" y="2379240"/>
            <a:ext cx="1134720" cy="1765440"/>
          </a:xfrm>
          <a:prstGeom prst="rect">
            <a:avLst/>
          </a:prstGeom>
          <a:ln w="0">
            <a:noFill/>
          </a:ln>
        </p:spPr>
      </p:pic>
      <p:sp>
        <p:nvSpPr>
          <p:cNvPr id="390" name="TekstSylinder 5"/>
          <p:cNvSpPr/>
          <p:nvPr/>
        </p:nvSpPr>
        <p:spPr>
          <a:xfrm>
            <a:off x="2035800" y="4547520"/>
            <a:ext cx="2864160" cy="9432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i="1" lang="nb-NO" sz="2000" spc="-1" strike="noStrike">
                <a:solidFill>
                  <a:schemeClr val="lt1"/>
                </a:solidFill>
                <a:latin typeface="Calibri Light"/>
              </a:rPr>
              <a:t>1950 – 2025</a:t>
            </a:r>
            <a:endParaRPr b="0" lang="en-US" sz="2000" spc="-1" strike="noStrike">
              <a:solidFill>
                <a:srgbClr val="000000"/>
              </a:solidFill>
              <a:latin typeface="Arial"/>
            </a:endParaRPr>
          </a:p>
          <a:p>
            <a:pPr algn="ctr" defTabSz="914400">
              <a:lnSpc>
                <a:spcPct val="100000"/>
              </a:lnSpc>
            </a:pPr>
            <a:r>
              <a:rPr b="0" i="1" lang="nb-NO" sz="1800" spc="-1" strike="noStrike">
                <a:solidFill>
                  <a:schemeClr val="lt1"/>
                </a:solidFill>
                <a:latin typeface="Calibri Light"/>
              </a:rPr>
              <a:t>75 år med teknologi for et bedre samfunn</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5" r:id="rId8"/>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pic>
        <p:nvPicPr>
          <p:cNvPr id="39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pic>
        <p:nvPicPr>
          <p:cNvPr id="392" name="Grafikk 5" descr=""/>
          <p:cNvPicPr/>
          <p:nvPr/>
        </p:nvPicPr>
        <p:blipFill>
          <a:blip r:embed="rId4">
            <a:extLst>
              <a:ext uri="{96DAC541-7B7A-43D3-8B79-37D633B846F1}">
                <asvg:svgBlip xmlns:asvg="http://schemas.microsoft.com/office/drawing/2016/SVG/main" r:embed="rId5"/>
              </a:ext>
            </a:extLst>
          </a:blip>
          <a:stretch/>
        </p:blipFill>
        <p:spPr>
          <a:xfrm>
            <a:off x="720000" y="-7560"/>
            <a:ext cx="1092240" cy="1304280"/>
          </a:xfrm>
          <a:prstGeom prst="rect">
            <a:avLst/>
          </a:prstGeom>
          <a:ln w="0">
            <a:noFill/>
          </a:ln>
        </p:spPr>
      </p:pic>
      <p:sp>
        <p:nvSpPr>
          <p:cNvPr id="393" name="TekstSylinder 7"/>
          <p:cNvSpPr/>
          <p:nvPr/>
        </p:nvSpPr>
        <p:spPr>
          <a:xfrm>
            <a:off x="1508400" y="2917440"/>
            <a:ext cx="9174600" cy="1530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nb-NO" sz="3800" spc="-1" strike="noStrike">
                <a:solidFill>
                  <a:schemeClr val="lt1"/>
                </a:solidFill>
                <a:latin typeface="Calibri"/>
              </a:rPr>
              <a:t>75 år med teknologi for et bedre samfunn</a:t>
            </a:r>
            <a:endParaRPr b="0" lang="en-US" sz="3800" spc="-1" strike="noStrike">
              <a:solidFill>
                <a:srgbClr val="ffffff"/>
              </a:solidFill>
              <a:latin typeface="Arial"/>
            </a:endParaRPr>
          </a:p>
          <a:p>
            <a:pPr algn="ctr" defTabSz="914400">
              <a:lnSpc>
                <a:spcPct val="100000"/>
              </a:lnSpc>
            </a:pPr>
            <a:endParaRPr b="0" lang="en-US" sz="2800" spc="-1" strike="noStrike">
              <a:solidFill>
                <a:srgbClr val="ffffff"/>
              </a:solidFill>
              <a:latin typeface="Arial"/>
            </a:endParaRPr>
          </a:p>
          <a:p>
            <a:pPr algn="ctr" defTabSz="914400">
              <a:lnSpc>
                <a:spcPct val="100000"/>
              </a:lnSpc>
            </a:pPr>
            <a:r>
              <a:rPr b="0" i="1" lang="nb-NO" sz="2800" spc="-1" strike="noStrike" u="sng">
                <a:solidFill>
                  <a:schemeClr val="lt1"/>
                </a:solidFill>
                <a:uFillTx/>
                <a:latin typeface="Calibri"/>
                <a:hlinkClick r:id="rId6"/>
              </a:rPr>
              <a:t>sintef.no/75</a:t>
            </a:r>
            <a:endParaRPr b="0" lang="en-US" sz="28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767" r:id="rId7"/>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4"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pic>
        <p:nvPicPr>
          <p:cNvPr id="395" name="Bilde 9" descr="Et bilde som inneholder Menneskeansikt, smil, person, kunst&#10;&#10;Automatisk generert beskrivelse"/>
          <p:cNvPicPr/>
          <p:nvPr/>
        </p:nvPicPr>
        <p:blipFill>
          <a:blip r:embed="rId4"/>
          <a:stretch/>
        </p:blipFill>
        <p:spPr>
          <a:xfrm>
            <a:off x="0" y="0"/>
            <a:ext cx="12191760" cy="6857640"/>
          </a:xfrm>
          <a:prstGeom prst="rect">
            <a:avLst/>
          </a:prstGeom>
          <a:ln w="0">
            <a:noFill/>
          </a:ln>
        </p:spPr>
      </p:pic>
      <p:pic>
        <p:nvPicPr>
          <p:cNvPr id="396" name="Grafikk 3" descr=""/>
          <p:cNvPicPr/>
          <p:nvPr/>
        </p:nvPicPr>
        <p:blipFill>
          <a:blip r:embed="rId5">
            <a:extLst>
              <a:ext uri="{96DAC541-7B7A-43D3-8B79-37D633B846F1}">
                <asvg:svgBlip xmlns:asvg="http://schemas.microsoft.com/office/drawing/2016/SVG/main" r:embed="rId6"/>
              </a:ext>
            </a:extLst>
          </a:blip>
          <a:stretch/>
        </p:blipFill>
        <p:spPr>
          <a:xfrm>
            <a:off x="720000" y="0"/>
            <a:ext cx="1085400" cy="1296000"/>
          </a:xfrm>
          <a:prstGeom prst="rect">
            <a:avLst/>
          </a:prstGeom>
          <a:ln w="0">
            <a:noFill/>
          </a:ln>
        </p:spPr>
      </p:pic>
      <p:pic>
        <p:nvPicPr>
          <p:cNvPr id="397" name="Grafikk 1" descr=""/>
          <p:cNvPicPr/>
          <p:nvPr/>
        </p:nvPicPr>
        <p:blipFill>
          <a:blip r:embed="rId7">
            <a:extLst>
              <a:ext uri="{96DAC541-7B7A-43D3-8B79-37D633B846F1}">
                <asvg:svgBlip xmlns:asvg="http://schemas.microsoft.com/office/drawing/2016/SVG/main" r:embed="rId8"/>
              </a:ext>
            </a:extLst>
          </a:blip>
          <a:stretch/>
        </p:blipFill>
        <p:spPr>
          <a:xfrm>
            <a:off x="724320" y="-2160"/>
            <a:ext cx="1092240" cy="1304280"/>
          </a:xfrm>
          <a:prstGeom prst="rect">
            <a:avLst/>
          </a:prstGeom>
          <a:ln w="0">
            <a:noFill/>
          </a:ln>
        </p:spPr>
      </p:pic>
      <p:sp>
        <p:nvSpPr>
          <p:cNvPr id="3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nb-NO" sz="1800" spc="-1" strike="noStrike">
                <a:solidFill>
                  <a:schemeClr val="dk1"/>
                </a:solidFill>
                <a:latin typeface="Calibri"/>
              </a:rPr>
              <a:t>Click to edit the title text format</a:t>
            </a:r>
            <a:endParaRPr b="0" lang="nb-NO" sz="1800" spc="-1" strike="noStrike">
              <a:solidFill>
                <a:schemeClr val="dk1"/>
              </a:solidFill>
              <a:latin typeface="Calibri"/>
            </a:endParaRPr>
          </a:p>
        </p:txBody>
      </p:sp>
      <p:sp>
        <p:nvSpPr>
          <p:cNvPr id="39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600" spc="-1" strike="noStrike">
                <a:solidFill>
                  <a:schemeClr val="dk2"/>
                </a:solidFill>
                <a:latin typeface="Calibri Light"/>
              </a:rPr>
              <a:t>Third Outline Level</a:t>
            </a:r>
            <a:endParaRPr b="0" lang="nb-NO" sz="16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500" spc="-1" strike="noStrike">
                <a:solidFill>
                  <a:schemeClr val="dk2"/>
                </a:solidFill>
                <a:latin typeface="Calibri Light"/>
              </a:rPr>
              <a:t>Fourth Outline Level</a:t>
            </a:r>
            <a:endParaRPr b="0" lang="nb-NO" sz="15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Fifth Outline Level</a:t>
            </a:r>
            <a:endParaRPr b="0" lang="nb-NO" sz="20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Sixth Outline Level</a:t>
            </a:r>
            <a:endParaRPr b="0" lang="nb-NO" sz="20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000" spc="-1" strike="noStrike">
                <a:solidFill>
                  <a:schemeClr val="dk2"/>
                </a:solidFill>
                <a:latin typeface="Calibri Light"/>
              </a:rPr>
              <a:t>Seventh Outline Level</a:t>
            </a:r>
            <a:endParaRPr b="0" lang="nb-NO" sz="20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69" r:id="rId9"/>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0"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01" name="PlaceHolder 1"/>
          <p:cNvSpPr>
            <a:spLocks noGrp="1"/>
          </p:cNvSpPr>
          <p:nvPr>
            <p:ph type="body"/>
          </p:nvPr>
        </p:nvSpPr>
        <p:spPr>
          <a:xfrm>
            <a:off x="0" y="0"/>
            <a:ext cx="12191760" cy="685764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nb-NO" sz="1800" spc="-1" strike="noStrike">
                <a:solidFill>
                  <a:schemeClr val="dk2"/>
                </a:solidFill>
                <a:latin typeface="Calibri Light"/>
              </a:rPr>
              <a:t>Click to edit the outline text format</a:t>
            </a:r>
            <a:endParaRPr b="0" lang="nb-NO" sz="18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1800" spc="-1" strike="noStrike">
                <a:solidFill>
                  <a:schemeClr val="dk2"/>
                </a:solidFill>
                <a:latin typeface="Calibri Light"/>
              </a:rPr>
              <a:t>Second Outline Level</a:t>
            </a:r>
            <a:endParaRPr b="0" lang="nb-NO" sz="18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1800" spc="-1" strike="noStrike">
                <a:solidFill>
                  <a:schemeClr val="dk2"/>
                </a:solidFill>
                <a:latin typeface="Calibri Light"/>
              </a:rPr>
              <a:t>Third Outline Level</a:t>
            </a:r>
            <a:endParaRPr b="0" lang="nb-NO" sz="18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1800" spc="-1" strike="noStrike">
                <a:solidFill>
                  <a:schemeClr val="dk2"/>
                </a:solidFill>
                <a:latin typeface="Calibri Light"/>
              </a:rPr>
              <a:t>Fourth Outline Level</a:t>
            </a:r>
            <a:endParaRPr b="0" lang="nb-NO" sz="18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Fifth Outline Level</a:t>
            </a:r>
            <a:endParaRPr b="0" lang="nb-NO" sz="18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Sixth Outline Level</a:t>
            </a:r>
            <a:endParaRPr b="0" lang="nb-NO" sz="18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1800" spc="-1" strike="noStrike">
                <a:solidFill>
                  <a:schemeClr val="dk2"/>
                </a:solidFill>
                <a:latin typeface="Calibri Light"/>
              </a:rPr>
              <a:t>Seventh Outline Level</a:t>
            </a:r>
            <a:endParaRPr b="0" lang="nb-NO" sz="1800" spc="-1" strike="noStrike">
              <a:solidFill>
                <a:schemeClr val="dk2"/>
              </a:solidFill>
              <a:latin typeface="Calibri Light"/>
            </a:endParaRPr>
          </a:p>
        </p:txBody>
      </p:sp>
      <p:sp>
        <p:nvSpPr>
          <p:cNvPr id="402" name="PlaceHolder 2"/>
          <p:cNvSpPr>
            <a:spLocks noGrp="1"/>
          </p:cNvSpPr>
          <p:nvPr>
            <p:ph type="body"/>
          </p:nvPr>
        </p:nvSpPr>
        <p:spPr>
          <a:xfrm>
            <a:off x="0" y="3821400"/>
            <a:ext cx="5397120" cy="2074320"/>
          </a:xfrm>
          <a:prstGeom prst="rect">
            <a:avLst/>
          </a:prstGeom>
          <a:solidFill>
            <a:schemeClr val="lt1"/>
          </a:solidFill>
          <a:ln w="0">
            <a:noFill/>
          </a:ln>
        </p:spPr>
        <p:txBody>
          <a:bodyPr lIns="0" rIns="0" tIns="0" bIns="0" anchor="t">
            <a:noAutofit/>
          </a:bodyPr>
          <a:p>
            <a:pPr indent="0" defTabSz="914400">
              <a:lnSpc>
                <a:spcPct val="90000"/>
              </a:lnSpc>
              <a:spcBef>
                <a:spcPts val="1001"/>
              </a:spcBef>
              <a:buNone/>
              <a:tabLst>
                <a:tab algn="l" pos="0"/>
              </a:tabLst>
            </a:pPr>
            <a:r>
              <a:rPr b="0" lang="nb-NO" sz="2400" spc="-1" strike="noStrike">
                <a:solidFill>
                  <a:schemeClr val="dk2"/>
                </a:solidFill>
                <a:latin typeface="Calibri Light"/>
              </a:rPr>
              <a:t> </a:t>
            </a:r>
            <a:endParaRPr b="0" lang="nb-NO" sz="2400" spc="-1" strike="noStrike">
              <a:solidFill>
                <a:schemeClr val="dk2"/>
              </a:solidFill>
              <a:latin typeface="Calibri Light"/>
            </a:endParaRPr>
          </a:p>
        </p:txBody>
      </p:sp>
      <p:sp>
        <p:nvSpPr>
          <p:cNvPr id="403" name="PlaceHolder 3"/>
          <p:cNvSpPr>
            <a:spLocks noGrp="1"/>
          </p:cNvSpPr>
          <p:nvPr>
            <p:ph type="title"/>
          </p:nvPr>
        </p:nvSpPr>
        <p:spPr>
          <a:xfrm>
            <a:off x="720000" y="3585600"/>
            <a:ext cx="4507560" cy="1145160"/>
          </a:xfrm>
          <a:prstGeom prst="rect">
            <a:avLst/>
          </a:prstGeom>
          <a:solidFill>
            <a:schemeClr val="lt1"/>
          </a:solidFill>
          <a:ln w="0">
            <a:noFill/>
          </a:ln>
        </p:spPr>
        <p:txBody>
          <a:bodyPr lIns="0" rIns="0" tIns="0" bIns="0" anchor="b">
            <a:noAutofit/>
          </a:bodyPr>
          <a:p>
            <a:pPr indent="0" defTabSz="914400">
              <a:lnSpc>
                <a:spcPct val="90000"/>
              </a:lnSpc>
              <a:buNone/>
            </a:pPr>
            <a:r>
              <a:rPr b="1" lang="nb-NO" sz="3850" spc="-1" strike="noStrike">
                <a:solidFill>
                  <a:srgbClr val="05427c"/>
                </a:solidFill>
                <a:latin typeface="Calibri"/>
              </a:rPr>
              <a:t>En kort tittel</a:t>
            </a:r>
            <a:endParaRPr b="0" lang="nb-NO" sz="3850" spc="-1" strike="noStrike">
              <a:solidFill>
                <a:schemeClr val="dk1"/>
              </a:solidFill>
              <a:latin typeface="Calibri"/>
            </a:endParaRPr>
          </a:p>
        </p:txBody>
      </p:sp>
      <p:pic>
        <p:nvPicPr>
          <p:cNvPr id="404" name="Grafikk 1" descr=""/>
          <p:cNvPicPr/>
          <p:nvPr/>
        </p:nvPicPr>
        <p:blipFill>
          <a:blip r:embed="rId4">
            <a:extLst>
              <a:ext uri="{96DAC541-7B7A-43D3-8B79-37D633B846F1}">
                <asvg:svgBlip xmlns:asvg="http://schemas.microsoft.com/office/drawing/2016/SVG/main" r:embed="rId5"/>
              </a:ext>
            </a:extLst>
          </a:blip>
          <a:stretch/>
        </p:blipFill>
        <p:spPr>
          <a:xfrm>
            <a:off x="724320" y="-2160"/>
            <a:ext cx="1092240" cy="1304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71" r:id="rId6"/>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5"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06"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07" name="PlaceHolder 2"/>
          <p:cNvSpPr>
            <a:spLocks noGrp="1"/>
          </p:cNvSpPr>
          <p:nvPr>
            <p:ph type="body"/>
          </p:nvPr>
        </p:nvSpPr>
        <p:spPr>
          <a:xfrm>
            <a:off x="758160" y="2259000"/>
            <a:ext cx="107521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73" r:id="rId4"/>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8"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09"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10" name="PlaceHolder 2"/>
          <p:cNvSpPr>
            <a:spLocks noGrp="1"/>
          </p:cNvSpPr>
          <p:nvPr>
            <p:ph type="body"/>
          </p:nvPr>
        </p:nvSpPr>
        <p:spPr>
          <a:xfrm>
            <a:off x="758160" y="2259000"/>
            <a:ext cx="107521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75" r:id="rId4"/>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1"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12" name="PlaceHolder 1"/>
          <p:cNvSpPr>
            <a:spLocks noGrp="1"/>
          </p:cNvSpPr>
          <p:nvPr>
            <p:ph type="body"/>
          </p:nvPr>
        </p:nvSpPr>
        <p:spPr>
          <a:xfrm>
            <a:off x="7329600" y="0"/>
            <a:ext cx="4862160" cy="6857640"/>
          </a:xfrm>
          <a:prstGeom prst="rect">
            <a:avLst/>
          </a:prstGeom>
          <a:noFill/>
          <a:ln w="0">
            <a:noFill/>
          </a:ln>
        </p:spPr>
        <p:txBody>
          <a:bodyPr lIns="90000" rIns="90000" tIns="45000" bIns="45000" anchor="t">
            <a:noAutofit/>
          </a:bodyPr>
          <a:p>
            <a:pPr indent="0" defTabSz="914400">
              <a:lnSpc>
                <a:spcPct val="100000"/>
              </a:lnSpc>
              <a:buNone/>
            </a:pPr>
            <a:r>
              <a:rPr b="0" lang="nb-NO" sz="1800" spc="-1" strike="noStrike">
                <a:solidFill>
                  <a:schemeClr val="dk1"/>
                </a:solidFill>
                <a:latin typeface="Calibri"/>
              </a:rPr>
              <a:t>Klikk på ikonet for å legge til et bilde</a:t>
            </a:r>
            <a:endParaRPr b="0" lang="nb-NO" sz="1800" spc="-1" strike="noStrike">
              <a:solidFill>
                <a:schemeClr val="dk2"/>
              </a:solidFill>
              <a:latin typeface="Calibri Light"/>
            </a:endParaRPr>
          </a:p>
        </p:txBody>
      </p:sp>
      <p:sp>
        <p:nvSpPr>
          <p:cNvPr id="413" name="PlaceHolder 2"/>
          <p:cNvSpPr>
            <a:spLocks noGrp="1"/>
          </p:cNvSpPr>
          <p:nvPr>
            <p:ph type="title"/>
          </p:nvPr>
        </p:nvSpPr>
        <p:spPr>
          <a:xfrm>
            <a:off x="2102760" y="379800"/>
            <a:ext cx="40305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14" name="PlaceHolder 3"/>
          <p:cNvSpPr>
            <a:spLocks noGrp="1"/>
          </p:cNvSpPr>
          <p:nvPr>
            <p:ph type="body"/>
          </p:nvPr>
        </p:nvSpPr>
        <p:spPr>
          <a:xfrm>
            <a:off x="758160" y="2259000"/>
            <a:ext cx="537516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nb-NO" sz="2400" spc="-1" strike="noStrike">
                <a:solidFill>
                  <a:schemeClr val="dk2"/>
                </a:solidFill>
                <a:latin typeface="Calibri Light"/>
              </a:rPr>
              <a:t>Klikk for å redigere tekststiler i malen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nb-NO" sz="2000" spc="-1" strike="noStrike">
                <a:solidFill>
                  <a:schemeClr val="dk2"/>
                </a:solidFill>
                <a:latin typeface="Calibri Light"/>
              </a:rPr>
              <a:t>Andre nivå</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nb-NO" sz="1800" spc="-1" strike="noStrike">
                <a:solidFill>
                  <a:schemeClr val="dk2"/>
                </a:solidFill>
                <a:latin typeface="Calibri Light"/>
              </a:rPr>
              <a:t>Tredje nivå</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nb-NO" sz="1600" spc="-1" strike="noStrike">
                <a:solidFill>
                  <a:schemeClr val="dk2"/>
                </a:solidFill>
                <a:latin typeface="Calibri Light"/>
              </a:rPr>
              <a:t>Fjerde nivå</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nb-NO" sz="1500" spc="-1" strike="noStrike">
                <a:solidFill>
                  <a:schemeClr val="dk2"/>
                </a:solidFill>
                <a:latin typeface="Calibri Light"/>
              </a:rPr>
              <a:t>Femte nivå</a:t>
            </a:r>
            <a:endParaRPr b="0" lang="nb-NO" sz="1500" spc="-1" strike="noStrike">
              <a:solidFill>
                <a:schemeClr val="dk2"/>
              </a:solidFill>
              <a:latin typeface="Calibri Light"/>
            </a:endParaRPr>
          </a:p>
        </p:txBody>
      </p:sp>
      <p:sp>
        <p:nvSpPr>
          <p:cNvPr id="415" name="PlaceHolder 4"/>
          <p:cNvSpPr>
            <a:spLocks noGrp="1"/>
          </p:cNvSpPr>
          <p:nvPr>
            <p:ph type="ftr" idx="19"/>
          </p:nvPr>
        </p:nvSpPr>
        <p:spPr>
          <a:xfrm>
            <a:off x="8022600" y="6354360"/>
            <a:ext cx="3487680" cy="193680"/>
          </a:xfrm>
          <a:prstGeom prst="rect">
            <a:avLst/>
          </a:prstGeom>
          <a:noFill/>
          <a:ln w="0">
            <a:noFill/>
          </a:ln>
        </p:spPr>
        <p:txBody>
          <a:bodyPr lIns="90000" rIns="90000" tIns="45000" bIns="45000" anchor="t">
            <a:noAutofit/>
          </a:bodyPr>
          <a:lstStyle>
            <a:lvl1pPr indent="0" defTabSz="914400">
              <a:lnSpc>
                <a:spcPct val="100000"/>
              </a:lnSpc>
              <a:buNone/>
              <a:defRPr b="0" lang="nb-NO" sz="1800" spc="-1" strike="noStrike">
                <a:solidFill>
                  <a:schemeClr val="dk2"/>
                </a:solidFill>
                <a:latin typeface="Calibri"/>
              </a:defRPr>
            </a:lvl1pPr>
          </a:lstStyle>
          <a:p>
            <a:pPr indent="0" defTabSz="914400">
              <a:lnSpc>
                <a:spcPct val="100000"/>
              </a:lnSpc>
              <a:buNone/>
            </a:pPr>
            <a:r>
              <a:rPr b="0" lang="nb-NO" sz="1800" spc="-1" strike="noStrike">
                <a:solidFill>
                  <a:schemeClr val="dk2"/>
                </a:solidFill>
                <a:latin typeface="Calibri"/>
              </a:rPr>
              <a:t>&lt;footer&gt;</a:t>
            </a:r>
            <a:endParaRPr b="0" lang="en-U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77" r:id="rId4"/>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6"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17"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18" name="PlaceHolder 2"/>
          <p:cNvSpPr>
            <a:spLocks noGrp="1"/>
          </p:cNvSpPr>
          <p:nvPr>
            <p:ph type="body"/>
          </p:nvPr>
        </p:nvSpPr>
        <p:spPr>
          <a:xfrm>
            <a:off x="758160" y="228564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419" name="PlaceHolder 3"/>
          <p:cNvSpPr>
            <a:spLocks noGrp="1"/>
          </p:cNvSpPr>
          <p:nvPr>
            <p:ph type="body"/>
          </p:nvPr>
        </p:nvSpPr>
        <p:spPr>
          <a:xfrm>
            <a:off x="6360840" y="2285640"/>
            <a:ext cx="51487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79" r:id="rId4"/>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0" name="Grafikk 4" descr=""/>
          <p:cNvPicPr/>
          <p:nvPr/>
        </p:nvPicPr>
        <p:blipFill>
          <a:blip r:embed="rId2">
            <a:extLst>
              <a:ext uri="{96DAC541-7B7A-43D3-8B79-37D633B846F1}">
                <asvg:svgBlip xmlns:asvg="http://schemas.microsoft.com/office/drawing/2016/SVG/main" r:embed="rId3"/>
              </a:ext>
            </a:extLst>
          </a:blip>
          <a:stretch/>
        </p:blipFill>
        <p:spPr>
          <a:xfrm>
            <a:off x="724320" y="-2160"/>
            <a:ext cx="1092240" cy="1304280"/>
          </a:xfrm>
          <a:prstGeom prst="rect">
            <a:avLst/>
          </a:prstGeom>
          <a:ln w="0">
            <a:noFill/>
          </a:ln>
        </p:spPr>
      </p:pic>
      <p:sp>
        <p:nvSpPr>
          <p:cNvPr id="421" name="PlaceHolder 1"/>
          <p:cNvSpPr>
            <a:spLocks noGrp="1"/>
          </p:cNvSpPr>
          <p:nvPr>
            <p:ph type="title"/>
          </p:nvPr>
        </p:nvSpPr>
        <p:spPr>
          <a:xfrm>
            <a:off x="2102760" y="379800"/>
            <a:ext cx="940716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Klikk for å redigere tittelstil</a:t>
            </a:r>
            <a:endParaRPr b="0" lang="nb-NO" sz="3850" spc="-1" strike="noStrike">
              <a:solidFill>
                <a:schemeClr val="dk1"/>
              </a:solidFill>
              <a:latin typeface="Calibri"/>
            </a:endParaRPr>
          </a:p>
        </p:txBody>
      </p:sp>
      <p:sp>
        <p:nvSpPr>
          <p:cNvPr id="422" name="PlaceHolder 2"/>
          <p:cNvSpPr>
            <a:spLocks noGrp="1"/>
          </p:cNvSpPr>
          <p:nvPr>
            <p:ph type="body"/>
          </p:nvPr>
        </p:nvSpPr>
        <p:spPr>
          <a:xfrm>
            <a:off x="758160" y="20610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423" name="PlaceHolder 3"/>
          <p:cNvSpPr>
            <a:spLocks noGrp="1"/>
          </p:cNvSpPr>
          <p:nvPr>
            <p:ph type="body"/>
          </p:nvPr>
        </p:nvSpPr>
        <p:spPr>
          <a:xfrm>
            <a:off x="6360840" y="2061000"/>
            <a:ext cx="5148720" cy="463320"/>
          </a:xfrm>
          <a:prstGeom prst="rect">
            <a:avLst/>
          </a:prstGeom>
          <a:noFill/>
          <a:ln w="0">
            <a:noFill/>
          </a:ln>
        </p:spPr>
        <p:txBody>
          <a:bodyPr lIns="0" rIns="0" tIns="0" bIns="0" anchor="ctr">
            <a:normAutofit fontScale="6247" lnSpcReduction="10000"/>
          </a:bodyPr>
          <a:p>
            <a:pPr marL="432000" indent="-324000">
              <a:lnSpc>
                <a:spcPct val="90000"/>
              </a:lnSpc>
              <a:spcBef>
                <a:spcPts val="1417"/>
              </a:spcBef>
              <a:buClr>
                <a:srgbClr val="000000"/>
              </a:buClr>
              <a:buSzPct val="45000"/>
              <a:buFont typeface="Wingdings" charset="2"/>
              <a:buChar char=""/>
            </a:pPr>
            <a:r>
              <a:rPr b="0" lang="nb-NO" sz="2400" spc="-1" strike="noStrike">
                <a:solidFill>
                  <a:schemeClr val="dk2"/>
                </a:solidFill>
                <a:latin typeface="Calibri Light"/>
              </a:rPr>
              <a:t>Click to edit the outline text format</a:t>
            </a:r>
            <a:endParaRPr b="0" lang="nb-NO" sz="2400" spc="-1" strike="noStrike">
              <a:solidFill>
                <a:schemeClr val="dk2"/>
              </a:solidFill>
              <a:latin typeface="Calibri Light"/>
            </a:endParaRPr>
          </a:p>
          <a:p>
            <a:pPr lvl="1" marL="864000" indent="-324000">
              <a:lnSpc>
                <a:spcPct val="90000"/>
              </a:lnSpc>
              <a:spcBef>
                <a:spcPts val="1134"/>
              </a:spcBef>
              <a:buClr>
                <a:srgbClr val="000000"/>
              </a:buClr>
              <a:buSzPct val="75000"/>
              <a:buFont typeface="Symbol" charset="2"/>
              <a:buChar char=""/>
            </a:pPr>
            <a:r>
              <a:rPr b="0" lang="nb-NO" sz="2400" spc="-1" strike="noStrike">
                <a:solidFill>
                  <a:schemeClr val="dk2"/>
                </a:solidFill>
                <a:latin typeface="Calibri Light"/>
              </a:rPr>
              <a:t>Second Outline Level</a:t>
            </a:r>
            <a:endParaRPr b="0" lang="nb-NO" sz="2400" spc="-1" strike="noStrike">
              <a:solidFill>
                <a:schemeClr val="dk2"/>
              </a:solidFill>
              <a:latin typeface="Calibri Light"/>
            </a:endParaRPr>
          </a:p>
          <a:p>
            <a:pPr lvl="2" marL="1296000" indent="-288000">
              <a:lnSpc>
                <a:spcPct val="90000"/>
              </a:lnSpc>
              <a:spcBef>
                <a:spcPts val="850"/>
              </a:spcBef>
              <a:buClr>
                <a:srgbClr val="000000"/>
              </a:buClr>
              <a:buSzPct val="45000"/>
              <a:buFont typeface="Wingdings" charset="2"/>
              <a:buChar char=""/>
            </a:pPr>
            <a:r>
              <a:rPr b="0" lang="nb-NO" sz="2400" spc="-1" strike="noStrike">
                <a:solidFill>
                  <a:schemeClr val="dk2"/>
                </a:solidFill>
                <a:latin typeface="Calibri Light"/>
              </a:rPr>
              <a:t>Third Outline Level</a:t>
            </a:r>
            <a:endParaRPr b="0" lang="nb-NO" sz="2400" spc="-1" strike="noStrike">
              <a:solidFill>
                <a:schemeClr val="dk2"/>
              </a:solidFill>
              <a:latin typeface="Calibri Light"/>
            </a:endParaRPr>
          </a:p>
          <a:p>
            <a:pPr lvl="3" marL="1728000" indent="-216000">
              <a:lnSpc>
                <a:spcPct val="90000"/>
              </a:lnSpc>
              <a:spcBef>
                <a:spcPts val="567"/>
              </a:spcBef>
              <a:buClr>
                <a:srgbClr val="000000"/>
              </a:buClr>
              <a:buSzPct val="75000"/>
              <a:buFont typeface="Symbol" charset="2"/>
              <a:buChar char=""/>
            </a:pPr>
            <a:r>
              <a:rPr b="0" lang="nb-NO" sz="2400" spc="-1" strike="noStrike">
                <a:solidFill>
                  <a:schemeClr val="dk2"/>
                </a:solidFill>
                <a:latin typeface="Calibri Light"/>
              </a:rPr>
              <a:t>Fourth Outline Level</a:t>
            </a:r>
            <a:endParaRPr b="0" lang="nb-NO" sz="2400" spc="-1" strike="noStrike">
              <a:solidFill>
                <a:schemeClr val="dk2"/>
              </a:solidFill>
              <a:latin typeface="Calibri Light"/>
            </a:endParaRPr>
          </a:p>
          <a:p>
            <a:pPr lvl="4" marL="2160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Fifth Outline Level</a:t>
            </a:r>
            <a:endParaRPr b="0" lang="nb-NO" sz="2400" spc="-1" strike="noStrike">
              <a:solidFill>
                <a:schemeClr val="dk2"/>
              </a:solidFill>
              <a:latin typeface="Calibri Light"/>
            </a:endParaRPr>
          </a:p>
          <a:p>
            <a:pPr lvl="5" marL="2592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Sixth Outline Level</a:t>
            </a:r>
            <a:endParaRPr b="0" lang="nb-NO" sz="2400" spc="-1" strike="noStrike">
              <a:solidFill>
                <a:schemeClr val="dk2"/>
              </a:solidFill>
              <a:latin typeface="Calibri Light"/>
            </a:endParaRPr>
          </a:p>
          <a:p>
            <a:pPr lvl="6" marL="3024000" indent="-216000">
              <a:lnSpc>
                <a:spcPct val="90000"/>
              </a:lnSpc>
              <a:spcBef>
                <a:spcPts val="283"/>
              </a:spcBef>
              <a:buClr>
                <a:srgbClr val="000000"/>
              </a:buClr>
              <a:buSzPct val="45000"/>
              <a:buFont typeface="Wingdings" charset="2"/>
              <a:buChar char=""/>
            </a:pPr>
            <a:r>
              <a:rPr b="0" lang="nb-NO" sz="2400" spc="-1" strike="noStrike">
                <a:solidFill>
                  <a:schemeClr val="dk2"/>
                </a:solidFill>
                <a:latin typeface="Calibri Light"/>
              </a:rPr>
              <a:t>Seventh Outline Level</a:t>
            </a:r>
            <a:endParaRPr b="0" lang="nb-NO" sz="2400" spc="-1" strike="noStrike">
              <a:solidFill>
                <a:schemeClr val="dk2"/>
              </a:solidFill>
              <a:latin typeface="Calibri Light"/>
            </a:endParaRPr>
          </a:p>
        </p:txBody>
      </p:sp>
      <p:sp>
        <p:nvSpPr>
          <p:cNvPr id="424" name="PlaceHolder 4"/>
          <p:cNvSpPr>
            <a:spLocks noGrp="1"/>
          </p:cNvSpPr>
          <p:nvPr>
            <p:ph type="body"/>
          </p:nvPr>
        </p:nvSpPr>
        <p:spPr>
          <a:xfrm>
            <a:off x="758160" y="2806200"/>
            <a:ext cx="51487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
        <p:nvSpPr>
          <p:cNvPr id="425" name="PlaceHolder 5"/>
          <p:cNvSpPr>
            <a:spLocks noGrp="1"/>
          </p:cNvSpPr>
          <p:nvPr>
            <p:ph type="body"/>
          </p:nvPr>
        </p:nvSpPr>
        <p:spPr>
          <a:xfrm>
            <a:off x="6360840" y="2806200"/>
            <a:ext cx="5148720" cy="3508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US" sz="2400" spc="-1" strike="noStrike">
                <a:solidFill>
                  <a:schemeClr val="dk2"/>
                </a:solidFill>
                <a:latin typeface="Calibri Light"/>
              </a:rPr>
              <a:t>Click to edit Master text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US" sz="2000" spc="-1" strike="noStrike">
                <a:solidFill>
                  <a:schemeClr val="dk2"/>
                </a:solidFill>
                <a:latin typeface="Calibri Light"/>
              </a:rPr>
              <a:t>Second level</a:t>
            </a:r>
            <a:endParaRPr b="0" lang="nb-NO" sz="2000" spc="-1" strike="noStrike">
              <a:solidFill>
                <a:schemeClr val="dk2"/>
              </a:solidFill>
              <a:latin typeface="Calibri Light"/>
            </a:endParaRPr>
          </a:p>
          <a:p>
            <a:pPr lvl="2" marL="857160" indent="-285840" defTabSz="914400">
              <a:lnSpc>
                <a:spcPct val="90000"/>
              </a:lnSpc>
              <a:spcBef>
                <a:spcPts val="499"/>
              </a:spcBef>
              <a:buClr>
                <a:srgbClr val="14b978"/>
              </a:buClr>
              <a:buFont typeface="Wingdings" charset="2"/>
              <a:buChar char=""/>
            </a:pPr>
            <a:r>
              <a:rPr b="0" lang="en-US" sz="1800" spc="-1" strike="noStrike">
                <a:solidFill>
                  <a:schemeClr val="dk2"/>
                </a:solidFill>
                <a:latin typeface="Calibri Light"/>
              </a:rPr>
              <a:t>Third level</a:t>
            </a:r>
            <a:endParaRPr b="0" lang="nb-NO" sz="1800" spc="-1" strike="noStrike">
              <a:solidFill>
                <a:schemeClr val="dk2"/>
              </a:solidFill>
              <a:latin typeface="Calibri Light"/>
            </a:endParaRPr>
          </a:p>
          <a:p>
            <a:pPr lvl="3" marL="1143000" indent="-285840" defTabSz="914400">
              <a:lnSpc>
                <a:spcPct val="90000"/>
              </a:lnSpc>
              <a:spcBef>
                <a:spcPts val="499"/>
              </a:spcBef>
              <a:buClr>
                <a:srgbClr val="14b978"/>
              </a:buClr>
              <a:buFont typeface="Courier New"/>
              <a:buChar char="o"/>
            </a:pPr>
            <a:r>
              <a:rPr b="0" lang="en-US" sz="1600" spc="-1" strike="noStrike">
                <a:solidFill>
                  <a:schemeClr val="dk2"/>
                </a:solidFill>
                <a:latin typeface="Calibri Light"/>
              </a:rPr>
              <a:t>Fourth level</a:t>
            </a:r>
            <a:endParaRPr b="0" lang="nb-NO" sz="1600" spc="-1" strike="noStrike">
              <a:solidFill>
                <a:schemeClr val="dk2"/>
              </a:solidFill>
              <a:latin typeface="Calibri Light"/>
            </a:endParaRPr>
          </a:p>
          <a:p>
            <a:pPr lvl="4" marL="1428840" indent="-285840" defTabSz="914400">
              <a:lnSpc>
                <a:spcPct val="90000"/>
              </a:lnSpc>
              <a:spcBef>
                <a:spcPts val="499"/>
              </a:spcBef>
              <a:buClr>
                <a:srgbClr val="14b978"/>
              </a:buClr>
              <a:buFont typeface="Arial"/>
              <a:buChar char="•"/>
            </a:pPr>
            <a:r>
              <a:rPr b="0" lang="en-US" sz="1500" spc="-1" strike="noStrike">
                <a:solidFill>
                  <a:schemeClr val="dk2"/>
                </a:solidFill>
                <a:latin typeface="Calibri Light"/>
              </a:rPr>
              <a:t>Fifth level</a:t>
            </a:r>
            <a:endParaRPr b="0" lang="nb-NO" sz="1500" spc="-1" strike="noStrike">
              <a:solidFill>
                <a:schemeClr val="dk2"/>
              </a:solidFill>
              <a:latin typeface="Calibri Light"/>
            </a:endParaRPr>
          </a:p>
        </p:txBody>
      </p:sp>
    </p:spTree>
  </p:cSld>
  <p:clrMap bg1="lt1" bg2="lt2" tx1="dk1" tx2="dk2" accent1="accent1" accent2="accent2" accent3="accent3" accent4="accent4" accent5="accent5" accent6="accent6" hlink="hlink" folHlink="folHlink"/>
  <p:sldLayoutIdLst>
    <p:sldLayoutId id="214748378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14.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14.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14.xml"/>
</Relationships>
</file>

<file path=ppt/slides/_rels/slide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4.xml"/>
</Relationships>
</file>

<file path=ppt/slides/_rels/slide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4.xml"/>
</Relationships>
</file>

<file path=ppt/slides/_rels/slide1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4.xml"/>
</Relationships>
</file>

<file path=ppt/slides/_rels/slide1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4.xml"/>
</Relationships>
</file>

<file path=ppt/slides/_rels/slide1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4.xml"/>
</Relationships>
</file>

<file path=ppt/slides/_rels/slide17.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4.xml"/>
</Relationships>
</file>

<file path=ppt/slides/_rels/slide1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4.xml"/>
</Relationships>
</file>

<file path=ppt/slides/_rels/slide19.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slideLayout" Target="../slideLayouts/slideLayout14.xml"/>
</Relationships>
</file>

<file path=ppt/slides/_rels/slide20.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14.xml"/>
</Relationships>
</file>

<file path=ppt/slides/_rels/slide2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slideLayout" Target="../slideLayouts/slideLayout14.xml"/>
</Relationships>
</file>

<file path=ppt/slides/_rels/slide22.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14.xml"/>
</Relationships>
</file>

<file path=ppt/slides/_rels/slide23.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14.xml"/>
</Relationships>
</file>

<file path=ppt/slides/_rels/slide2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5.xml"/>
</Relationships>
</file>

<file path=ppt/slides/_rels/slide25.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15.xml"/>
</Relationships>
</file>

<file path=ppt/slides/_rels/slide26.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5.xml"/><Relationship Id="rId6"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slideLayout" Target="../slideLayouts/slideLayout15.xml"/>
</Relationships>
</file>

<file path=ppt/slides/_rels/slide28.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6.png"/><Relationship Id="rId3" Type="http://schemas.openxmlformats.org/officeDocument/2006/relationships/image" Target="../media/image58.png"/><Relationship Id="rId4" Type="http://schemas.openxmlformats.org/officeDocument/2006/relationships/slideLayout" Target="../slideLayouts/slideLayout15.xml"/>
</Relationships>
</file>

<file path=ppt/slides/_rels/slide29.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slideLayout" Target="../slideLayouts/slideLayout15.xml"/>
</Relationships>
</file>

<file path=ppt/slides/_rels/slide30.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3.png"/><Relationship Id="rId5" Type="http://schemas.openxmlformats.org/officeDocument/2006/relationships/slideLayout" Target="../slideLayouts/slideLayout15.xml"/>
</Relationships>
</file>

<file path=ppt/slides/_rels/slide31.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5.xml"/>
</Relationships>
</file>

<file path=ppt/slides/_rels/slide32.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5.xml"/>
</Relationships>
</file>

<file path=ppt/slides/_rels/slide33.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slideLayout" Target="../slideLayouts/slideLayout15.xml"/>
</Relationships>
</file>

<file path=ppt/slides/_rels/slide34.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5.xml"/>
</Relationships>
</file>

<file path=ppt/slides/_rels/slide35.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slideLayout" Target="../slideLayouts/slideLayout15.xml"/>
</Relationships>
</file>

<file path=ppt/slides/_rels/slide36.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TekstSylinder 3"/>
          <p:cNvSpPr/>
          <p:nvPr/>
        </p:nvSpPr>
        <p:spPr>
          <a:xfrm>
            <a:off x="522720" y="2566800"/>
            <a:ext cx="5729760" cy="3442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nb-NO" sz="4000" spc="-1" strike="noStrike">
                <a:solidFill>
                  <a:srgbClr val="ffffff"/>
                </a:solidFill>
                <a:latin typeface="Calibri"/>
              </a:rPr>
              <a:t>Seismic Tomography and Full waveform inversion</a:t>
            </a:r>
            <a:endParaRPr b="0" lang="en-US" sz="4000" spc="-1" strike="noStrike">
              <a:solidFill>
                <a:srgbClr val="000000"/>
              </a:solidFill>
              <a:latin typeface="Arial"/>
            </a:endParaRPr>
          </a:p>
          <a:p>
            <a:pPr algn="ctr" defTabSz="914400">
              <a:lnSpc>
                <a:spcPct val="100000"/>
              </a:lnSpc>
              <a:tabLst>
                <a:tab algn="l" pos="0"/>
              </a:tabLst>
            </a:pPr>
            <a:r>
              <a:rPr b="1" lang="nb-NO" sz="2800" spc="-1" strike="noStrike">
                <a:solidFill>
                  <a:srgbClr val="ffffff"/>
                </a:solidFill>
                <a:latin typeface="Calibri"/>
              </a:rPr>
              <a:t>Course: TPG4190, NTNU</a:t>
            </a:r>
            <a:endParaRPr b="0" lang="en-US" sz="2800" spc="-1" strike="noStrike">
              <a:solidFill>
                <a:srgbClr val="000000"/>
              </a:solidFill>
              <a:latin typeface="Arial"/>
            </a:endParaRPr>
          </a:p>
          <a:p>
            <a:pPr defTabSz="914400">
              <a:lnSpc>
                <a:spcPct val="100000"/>
              </a:lnSpc>
              <a:tabLst>
                <a:tab algn="l" pos="0"/>
              </a:tabLst>
            </a:pPr>
            <a:endParaRPr b="0" lang="en-US" sz="4000" spc="-1" strike="noStrike">
              <a:solidFill>
                <a:srgbClr val="000000"/>
              </a:solidFill>
              <a:latin typeface="Arial"/>
            </a:endParaRPr>
          </a:p>
          <a:p>
            <a:pPr algn="r" defTabSz="914400">
              <a:lnSpc>
                <a:spcPct val="100000"/>
              </a:lnSpc>
              <a:tabLst>
                <a:tab algn="l" pos="0"/>
              </a:tabLst>
            </a:pPr>
            <a:r>
              <a:rPr b="1" lang="nb-NO" sz="2400" spc="-1" strike="noStrike">
                <a:solidFill>
                  <a:srgbClr val="ffffff"/>
                </a:solidFill>
                <a:latin typeface="Calibri"/>
              </a:rPr>
              <a:t>Bhargav Boddupalli</a:t>
            </a:r>
            <a:endParaRPr b="0" lang="en-US" sz="2400" spc="-1" strike="noStrike">
              <a:solidFill>
                <a:srgbClr val="000000"/>
              </a:solidFill>
              <a:latin typeface="Arial"/>
            </a:endParaRPr>
          </a:p>
          <a:p>
            <a:pPr algn="r" defTabSz="914400">
              <a:lnSpc>
                <a:spcPct val="100000"/>
              </a:lnSpc>
              <a:tabLst>
                <a:tab algn="l" pos="0"/>
              </a:tabLst>
            </a:pPr>
            <a:r>
              <a:rPr b="1" lang="nb-NO" sz="2400" spc="-1" strike="noStrike">
                <a:solidFill>
                  <a:srgbClr val="ffffff"/>
                </a:solidFill>
                <a:latin typeface="Calibri"/>
              </a:rPr>
              <a:t>Research Scientist</a:t>
            </a:r>
            <a:endParaRPr b="0" lang="en-US" sz="2400" spc="-1" strike="noStrike">
              <a:solidFill>
                <a:srgbClr val="000000"/>
              </a:solidFill>
              <a:latin typeface="Arial"/>
            </a:endParaRPr>
          </a:p>
          <a:p>
            <a:pPr algn="r" defTabSz="914400">
              <a:lnSpc>
                <a:spcPct val="100000"/>
              </a:lnSpc>
              <a:tabLst>
                <a:tab algn="l" pos="0"/>
              </a:tabLst>
            </a:pPr>
            <a:r>
              <a:rPr b="1" lang="nb-NO" sz="2400" spc="-1" strike="noStrike">
                <a:solidFill>
                  <a:srgbClr val="ffffff"/>
                </a:solidFill>
                <a:latin typeface="Calibri"/>
              </a:rPr>
              <a:t>SINTEF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title"/>
          </p:nvPr>
        </p:nvSpPr>
        <p:spPr>
          <a:xfrm>
            <a:off x="2115720" y="0"/>
            <a:ext cx="9407520" cy="1050840"/>
          </a:xfrm>
          <a:prstGeom prst="rect">
            <a:avLst/>
          </a:prstGeom>
          <a:noFill/>
          <a:ln w="0">
            <a:noFill/>
          </a:ln>
        </p:spPr>
        <p:txBody>
          <a:bodyPr lIns="0" rIns="0" tIns="0" bIns="0" anchor="b">
            <a:noAutofit/>
          </a:bodyPr>
          <a:p>
            <a:pPr indent="0" defTabSz="914400">
              <a:lnSpc>
                <a:spcPct val="90000"/>
              </a:lnSpc>
              <a:buNone/>
            </a:pPr>
            <a:r>
              <a:rPr b="1" lang="nb-NO" sz="3850" spc="-1" strike="noStrike">
                <a:solidFill>
                  <a:schemeClr val="dk2"/>
                </a:solidFill>
                <a:latin typeface="Calibri"/>
              </a:rPr>
              <a:t>What is Tomography?</a:t>
            </a:r>
            <a:endParaRPr b="0" lang="nb-NO" sz="3850" spc="-1" strike="noStrike">
              <a:solidFill>
                <a:schemeClr val="dk1"/>
              </a:solidFill>
              <a:latin typeface="Calibri"/>
            </a:endParaRPr>
          </a:p>
        </p:txBody>
      </p:sp>
      <p:sp>
        <p:nvSpPr>
          <p:cNvPr id="434" name="PlaceHolder 2"/>
          <p:cNvSpPr>
            <a:spLocks noGrp="1"/>
          </p:cNvSpPr>
          <p:nvPr>
            <p:ph/>
          </p:nvPr>
        </p:nvSpPr>
        <p:spPr>
          <a:xfrm>
            <a:off x="300600" y="1431000"/>
            <a:ext cx="5446800" cy="51260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Tomography is imaging by sections or sectioning that uses any kind of penetrating wave. The method is used in radiology, archaeology, biology, atmospheric science, geophysics, oceanography, plasma physics, materials science, cosmochemistry, astrophysics, quantum information, and other areas of science.</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For example: A computed tomography scan (CT scan) is a medical imaging technique used to obtain detailed internal images of the body.</a:t>
            </a:r>
            <a:endParaRPr b="0" lang="nb-NO" sz="2400" spc="-1" strike="noStrike">
              <a:solidFill>
                <a:schemeClr val="dk2"/>
              </a:solidFill>
              <a:latin typeface="Calibri Light"/>
            </a:endParaRPr>
          </a:p>
        </p:txBody>
      </p:sp>
      <p:pic>
        <p:nvPicPr>
          <p:cNvPr id="435" name="Picture 4" descr="A group of images of a brain&#10;&#10;AI-generated content may be incorrect."/>
          <p:cNvPicPr/>
          <p:nvPr/>
        </p:nvPicPr>
        <p:blipFill>
          <a:blip r:embed="rId1"/>
          <a:stretch/>
        </p:blipFill>
        <p:spPr>
          <a:xfrm>
            <a:off x="6037920" y="1341720"/>
            <a:ext cx="5853240" cy="4173840"/>
          </a:xfrm>
          <a:prstGeom prst="rect">
            <a:avLst/>
          </a:prstGeom>
          <a:ln w="0">
            <a:noFill/>
          </a:ln>
        </p:spPr>
      </p:pic>
      <p:sp>
        <p:nvSpPr>
          <p:cNvPr id="436" name="TextBox 5"/>
          <p:cNvSpPr/>
          <p:nvPr/>
        </p:nvSpPr>
        <p:spPr>
          <a:xfrm>
            <a:off x="5608440" y="5968440"/>
            <a:ext cx="628272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800" spc="-1" strike="noStrike">
                <a:solidFill>
                  <a:schemeClr val="dk1"/>
                </a:solidFill>
                <a:latin typeface="Calibri"/>
              </a:rPr>
              <a:t>Computed tomography of human brain, from base of the skull to top. Source: Wikipedia</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Seismic Tomography </a:t>
            </a:r>
            <a:endParaRPr b="0" lang="nb-NO" sz="3850" spc="-1" strike="noStrike">
              <a:solidFill>
                <a:schemeClr val="dk1"/>
              </a:solidFill>
              <a:latin typeface="Calibri"/>
            </a:endParaRPr>
          </a:p>
        </p:txBody>
      </p:sp>
      <p:sp>
        <p:nvSpPr>
          <p:cNvPr id="438" name="PlaceHolder 2"/>
          <p:cNvSpPr>
            <a:spLocks noGrp="1"/>
          </p:cNvSpPr>
          <p:nvPr>
            <p:ph/>
          </p:nvPr>
        </p:nvSpPr>
        <p:spPr>
          <a:xfrm>
            <a:off x="758160" y="1984680"/>
            <a:ext cx="107521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Seismic tomography </a:t>
            </a:r>
            <a:r>
              <a:rPr b="0" lang="en-GB" sz="2400" spc="-1" strike="noStrike">
                <a:solidFill>
                  <a:schemeClr val="dk2"/>
                </a:solidFill>
                <a:latin typeface="Calibri"/>
              </a:rPr>
              <a:t>is the art of translating recordings of seismic waves into quantitative images of the Earth’s interior.</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Why do we need seismic tomography?</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Seismic tomography reveals the dynamics and composition of the Earth and other planetary bodies, illuminates the structure of active volcanoes and fault zones, constrains the internal flow patterns of glaciers and ice sheets, provides information on deep reservoirs and storage sites, and enables the accurate simulation of earthquake-induced ground motion, to list just a few of its most prominent uses.</a:t>
            </a:r>
            <a:endParaRPr b="0" lang="nb-NO" sz="2400" spc="-1" strike="noStrike">
              <a:solidFill>
                <a:schemeClr val="dk2"/>
              </a:solidFill>
              <a:latin typeface="Calibri Light"/>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title"/>
          </p:nvPr>
        </p:nvSpPr>
        <p:spPr>
          <a:xfrm>
            <a:off x="2185920" y="26676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Seismic refraction tomography</a:t>
            </a:r>
            <a:endParaRPr b="0" lang="nb-NO" sz="3850" spc="-1" strike="noStrike">
              <a:solidFill>
                <a:schemeClr val="dk1"/>
              </a:solidFill>
              <a:latin typeface="Calibri"/>
            </a:endParaRPr>
          </a:p>
        </p:txBody>
      </p:sp>
      <p:sp>
        <p:nvSpPr>
          <p:cNvPr id="440" name="PlaceHolder 2"/>
          <p:cNvSpPr>
            <a:spLocks noGrp="1"/>
          </p:cNvSpPr>
          <p:nvPr>
            <p:ph/>
          </p:nvPr>
        </p:nvSpPr>
        <p:spPr>
          <a:xfrm>
            <a:off x="758160" y="2041200"/>
            <a:ext cx="10752120" cy="1497240"/>
          </a:xfrm>
          <a:prstGeom prst="rect">
            <a:avLst/>
          </a:prstGeom>
          <a:noFill/>
          <a:ln w="0">
            <a:noFill/>
          </a:ln>
        </p:spPr>
        <p:txBody>
          <a:bodyPr lIns="0" rIns="0" tIns="0" bIns="0" anchor="t">
            <a:normAutofit fontScale="84133"/>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Uses first-arrival seismic waves to estimate subsurface P-wave velocity structure.</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Measures travel times of refracted waves recorded at multiple receivers.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Produces a 2D or 3D velocity model of the subsurface.</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Zelt and Barton, 1998 – First arrival traveltime tomography (FATT)</a:t>
            </a:r>
            <a:endParaRPr b="0" lang="nb-NO" sz="2400" spc="-1" strike="noStrike">
              <a:solidFill>
                <a:schemeClr val="dk2"/>
              </a:solidFill>
              <a:latin typeface="Calibri Light"/>
            </a:endParaRPr>
          </a:p>
        </p:txBody>
      </p:sp>
      <p:sp>
        <p:nvSpPr>
          <p:cNvPr id="441" name="Arrow: Right 15"/>
          <p:cNvSpPr/>
          <p:nvPr/>
        </p:nvSpPr>
        <p:spPr>
          <a:xfrm>
            <a:off x="4720680" y="4992480"/>
            <a:ext cx="1413360" cy="48852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b="1" lang="en-GB" sz="1800" spc="-1" strike="noStrike">
              <a:solidFill>
                <a:schemeClr val="dk2"/>
              </a:solidFill>
              <a:latin typeface="Calibri"/>
            </a:endParaRPr>
          </a:p>
        </p:txBody>
      </p:sp>
      <p:sp>
        <p:nvSpPr>
          <p:cNvPr id="442" name="Rectangle: Rounded Corners 3"/>
          <p:cNvSpPr/>
          <p:nvPr/>
        </p:nvSpPr>
        <p:spPr>
          <a:xfrm>
            <a:off x="1842480" y="4488120"/>
            <a:ext cx="2450520" cy="1497240"/>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GB" sz="2400" spc="-1" strike="noStrike">
                <a:solidFill>
                  <a:schemeClr val="dk2"/>
                </a:solidFill>
                <a:latin typeface="Calibri"/>
              </a:rPr>
              <a:t>Seismic data</a:t>
            </a:r>
            <a:endParaRPr b="0" lang="en-US" sz="2400" spc="-1" strike="noStrike">
              <a:solidFill>
                <a:srgbClr val="000000"/>
              </a:solidFill>
              <a:latin typeface="Arial"/>
            </a:endParaRPr>
          </a:p>
        </p:txBody>
      </p:sp>
      <p:sp>
        <p:nvSpPr>
          <p:cNvPr id="443" name="Rectangle: Rounded Corners 4"/>
          <p:cNvSpPr/>
          <p:nvPr/>
        </p:nvSpPr>
        <p:spPr>
          <a:xfrm>
            <a:off x="6561360" y="4488120"/>
            <a:ext cx="2450520" cy="1497240"/>
          </a:xfrm>
          <a:prstGeom prst="roundRect">
            <a:avLst>
              <a:gd name="adj"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GB" sz="2400" spc="-1" strike="noStrike">
                <a:solidFill>
                  <a:schemeClr val="dk2"/>
                </a:solidFill>
                <a:latin typeface="Calibri"/>
              </a:rPr>
              <a:t>Velocity model</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2102760" y="-3456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Seismic refraction tomography</a:t>
            </a:r>
            <a:endParaRPr b="0" lang="nb-NO" sz="3850" spc="-1" strike="noStrike">
              <a:solidFill>
                <a:schemeClr val="dk1"/>
              </a:solidFill>
              <a:latin typeface="Calibri"/>
            </a:endParaRPr>
          </a:p>
        </p:txBody>
      </p:sp>
      <p:sp>
        <p:nvSpPr>
          <p:cNvPr id="445" name="PlaceHolder 2"/>
          <p:cNvSpPr>
            <a:spLocks noGrp="1"/>
          </p:cNvSpPr>
          <p:nvPr>
            <p:ph/>
          </p:nvPr>
        </p:nvSpPr>
        <p:spPr>
          <a:xfrm>
            <a:off x="758160" y="1446840"/>
            <a:ext cx="10752120" cy="149724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Record observed travel times from seismic data.</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Predict theoretical travel times using a starting velocity model (forward modeling).</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Adjust model until calculated and observed times agree (inversion).</a:t>
            </a:r>
            <a:endParaRPr b="0" lang="nb-NO" sz="2400" spc="-1" strike="noStrike">
              <a:solidFill>
                <a:schemeClr val="dk2"/>
              </a:solidFill>
              <a:latin typeface="Calibri Light"/>
            </a:endParaRPr>
          </a:p>
        </p:txBody>
      </p:sp>
      <p:pic>
        <p:nvPicPr>
          <p:cNvPr id="446" name="Picture 10" descr=""/>
          <p:cNvPicPr/>
          <p:nvPr/>
        </p:nvPicPr>
        <p:blipFill>
          <a:blip r:embed="rId1"/>
          <a:stretch/>
        </p:blipFill>
        <p:spPr>
          <a:xfrm>
            <a:off x="1563480" y="2824920"/>
            <a:ext cx="3076200" cy="4032720"/>
          </a:xfrm>
          <a:prstGeom prst="rect">
            <a:avLst/>
          </a:prstGeom>
          <a:ln w="0">
            <a:noFill/>
          </a:ln>
        </p:spPr>
      </p:pic>
      <p:pic>
        <p:nvPicPr>
          <p:cNvPr id="447" name="Picture 12" descr=""/>
          <p:cNvPicPr/>
          <p:nvPr/>
        </p:nvPicPr>
        <p:blipFill>
          <a:blip r:embed="rId2"/>
          <a:stretch/>
        </p:blipFill>
        <p:spPr>
          <a:xfrm>
            <a:off x="5810400" y="3016080"/>
            <a:ext cx="5311080" cy="3253680"/>
          </a:xfrm>
          <a:prstGeom prst="rect">
            <a:avLst/>
          </a:prstGeom>
          <a:ln w="0">
            <a:noFill/>
          </a:ln>
        </p:spPr>
      </p:pic>
      <p:pic>
        <p:nvPicPr>
          <p:cNvPr id="448" name="Picture 14" descr=""/>
          <p:cNvPicPr/>
          <p:nvPr/>
        </p:nvPicPr>
        <p:blipFill>
          <a:blip r:embed="rId3"/>
          <a:stretch/>
        </p:blipFill>
        <p:spPr>
          <a:xfrm>
            <a:off x="7670160" y="6274800"/>
            <a:ext cx="2579760" cy="582840"/>
          </a:xfrm>
          <a:prstGeom prst="rect">
            <a:avLst/>
          </a:prstGeom>
          <a:ln w="0">
            <a:noFill/>
          </a:ln>
        </p:spPr>
      </p:pic>
      <p:sp>
        <p:nvSpPr>
          <p:cNvPr id="449" name="Arrow: Right 15"/>
          <p:cNvSpPr/>
          <p:nvPr/>
        </p:nvSpPr>
        <p:spPr>
          <a:xfrm>
            <a:off x="4682160" y="4329720"/>
            <a:ext cx="1127880" cy="2862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b="1" lang="en-GB" sz="1800" spc="-1" strike="noStrike">
              <a:solidFill>
                <a:schemeClr val="dk2"/>
              </a:solidFill>
              <a:latin typeface="Calibri"/>
            </a:endParaRPr>
          </a:p>
        </p:txBody>
      </p:sp>
      <p:sp>
        <p:nvSpPr>
          <p:cNvPr id="450" name="TextBox 16"/>
          <p:cNvSpPr/>
          <p:nvPr/>
        </p:nvSpPr>
        <p:spPr>
          <a:xfrm>
            <a:off x="4870080" y="6519600"/>
            <a:ext cx="188028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600" spc="-1" strike="noStrike">
                <a:solidFill>
                  <a:schemeClr val="dk1"/>
                </a:solidFill>
                <a:latin typeface="Calibri"/>
              </a:rPr>
              <a:t>Corbalan et al., 2021</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2102760" y="163440"/>
            <a:ext cx="1008900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Components of Seismic Refraction Tomography</a:t>
            </a:r>
            <a:endParaRPr b="0" lang="nb-NO" sz="3850" spc="-1" strike="noStrike">
              <a:solidFill>
                <a:schemeClr val="dk1"/>
              </a:solidFill>
              <a:latin typeface="Calibri"/>
            </a:endParaRPr>
          </a:p>
        </p:txBody>
      </p:sp>
      <p:sp>
        <p:nvSpPr>
          <p:cNvPr id="452" name="PlaceHolder 2"/>
          <p:cNvSpPr>
            <a:spLocks noGrp="1"/>
          </p:cNvSpPr>
          <p:nvPr>
            <p:ph/>
          </p:nvPr>
        </p:nvSpPr>
        <p:spPr>
          <a:xfrm>
            <a:off x="419400" y="1621800"/>
            <a:ext cx="107521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Data acquisition </a:t>
            </a:r>
            <a:r>
              <a:rPr b="0" lang="en-GB" sz="2400" spc="-1" strike="noStrike">
                <a:solidFill>
                  <a:schemeClr val="dk2"/>
                </a:solidFill>
                <a:latin typeface="Calibri"/>
              </a:rPr>
              <a:t>– shots and receivers (OBS or land geophones).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Travel-time picking </a:t>
            </a:r>
            <a:r>
              <a:rPr b="0" lang="en-GB" sz="2400" spc="-1" strike="noStrike">
                <a:solidFill>
                  <a:schemeClr val="dk2"/>
                </a:solidFill>
                <a:latin typeface="Calibri"/>
              </a:rPr>
              <a:t>– identify first arrivals on seismograms.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Forward modeling </a:t>
            </a:r>
            <a:r>
              <a:rPr b="0" lang="en-GB" sz="2400" spc="-1" strike="noStrike">
                <a:solidFill>
                  <a:schemeClr val="dk2"/>
                </a:solidFill>
                <a:latin typeface="Calibri"/>
              </a:rPr>
              <a:t>– compute travel times through a model.</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Inversion</a:t>
            </a:r>
            <a:r>
              <a:rPr b="0" lang="en-GB" sz="2400" spc="-1" strike="noStrike">
                <a:solidFill>
                  <a:schemeClr val="dk2"/>
                </a:solidFill>
                <a:latin typeface="Calibri"/>
              </a:rPr>
              <a:t> – update model to minimize misfit.</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Quality control &amp; resolution testing.</a:t>
            </a:r>
            <a:endParaRPr b="0" lang="nb-NO" sz="2400" spc="-1" strike="noStrike">
              <a:solidFill>
                <a:schemeClr val="dk2"/>
              </a:solidFill>
              <a:latin typeface="Calibri Light"/>
            </a:endParaRPr>
          </a:p>
        </p:txBody>
      </p:sp>
      <p:pic>
        <p:nvPicPr>
          <p:cNvPr id="453" name="Picture 4" descr=""/>
          <p:cNvPicPr/>
          <p:nvPr/>
        </p:nvPicPr>
        <p:blipFill>
          <a:blip r:embed="rId1"/>
          <a:stretch/>
        </p:blipFill>
        <p:spPr>
          <a:xfrm>
            <a:off x="153360" y="4026240"/>
            <a:ext cx="1948680" cy="1685880"/>
          </a:xfrm>
          <a:prstGeom prst="rect">
            <a:avLst/>
          </a:prstGeom>
          <a:ln w="0">
            <a:noFill/>
          </a:ln>
        </p:spPr>
      </p:pic>
      <p:pic>
        <p:nvPicPr>
          <p:cNvPr id="454" name="Picture 6" descr=""/>
          <p:cNvPicPr/>
          <p:nvPr/>
        </p:nvPicPr>
        <p:blipFill>
          <a:blip r:embed="rId2"/>
          <a:srcRect l="0" t="0" r="62808" b="0"/>
          <a:stretch/>
        </p:blipFill>
        <p:spPr>
          <a:xfrm>
            <a:off x="2802960" y="4000320"/>
            <a:ext cx="1759320" cy="1685880"/>
          </a:xfrm>
          <a:prstGeom prst="rect">
            <a:avLst/>
          </a:prstGeom>
          <a:ln w="0">
            <a:noFill/>
          </a:ln>
        </p:spPr>
      </p:pic>
      <p:pic>
        <p:nvPicPr>
          <p:cNvPr id="455" name="Picture 8" descr=""/>
          <p:cNvPicPr/>
          <p:nvPr/>
        </p:nvPicPr>
        <p:blipFill>
          <a:blip r:embed="rId3"/>
          <a:srcRect l="0" t="0" r="46963" b="0"/>
          <a:stretch/>
        </p:blipFill>
        <p:spPr>
          <a:xfrm>
            <a:off x="5108040" y="4000320"/>
            <a:ext cx="3404880" cy="1814760"/>
          </a:xfrm>
          <a:prstGeom prst="rect">
            <a:avLst/>
          </a:prstGeom>
          <a:ln w="0">
            <a:noFill/>
          </a:ln>
        </p:spPr>
      </p:pic>
      <p:pic>
        <p:nvPicPr>
          <p:cNvPr id="456" name="Picture 10" descr=""/>
          <p:cNvPicPr/>
          <p:nvPr/>
        </p:nvPicPr>
        <p:blipFill>
          <a:blip r:embed="rId4"/>
          <a:srcRect l="0" t="0" r="70578" b="0"/>
          <a:stretch/>
        </p:blipFill>
        <p:spPr>
          <a:xfrm>
            <a:off x="9058320" y="3807720"/>
            <a:ext cx="2784600" cy="1904400"/>
          </a:xfrm>
          <a:prstGeom prst="rect">
            <a:avLst/>
          </a:prstGeom>
          <a:ln w="0">
            <a:noFill/>
          </a:ln>
        </p:spPr>
      </p:pic>
      <p:sp>
        <p:nvSpPr>
          <p:cNvPr id="457" name="Arrow: Right 11"/>
          <p:cNvSpPr/>
          <p:nvPr/>
        </p:nvSpPr>
        <p:spPr>
          <a:xfrm>
            <a:off x="2212200" y="4647240"/>
            <a:ext cx="590400" cy="1962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b="1" lang="en-GB" sz="1800" spc="-1" strike="noStrike">
              <a:solidFill>
                <a:schemeClr val="dk2"/>
              </a:solidFill>
              <a:latin typeface="Calibri"/>
            </a:endParaRPr>
          </a:p>
        </p:txBody>
      </p:sp>
      <p:sp>
        <p:nvSpPr>
          <p:cNvPr id="458" name="Arrow: Right 12"/>
          <p:cNvSpPr/>
          <p:nvPr/>
        </p:nvSpPr>
        <p:spPr>
          <a:xfrm>
            <a:off x="4602600" y="4661640"/>
            <a:ext cx="590400" cy="1962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b="1" lang="en-GB" sz="1800" spc="-1" strike="noStrike">
              <a:solidFill>
                <a:schemeClr val="dk2"/>
              </a:solidFill>
              <a:latin typeface="Calibri"/>
            </a:endParaRPr>
          </a:p>
        </p:txBody>
      </p:sp>
      <p:sp>
        <p:nvSpPr>
          <p:cNvPr id="459" name="Arrow: Right 13"/>
          <p:cNvSpPr/>
          <p:nvPr/>
        </p:nvSpPr>
        <p:spPr>
          <a:xfrm>
            <a:off x="8570160" y="4647240"/>
            <a:ext cx="590400" cy="196200"/>
          </a:xfrm>
          <a:prstGeom prst="rightArrow">
            <a:avLst>
              <a:gd name="adj1" fmla="val 50000"/>
              <a:gd name="adj2" fmla="val 50000"/>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b="1" lang="en-GB" sz="1800" spc="-1" strike="noStrike">
              <a:solidFill>
                <a:schemeClr val="dk2"/>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2102760" y="14472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Forward modelling </a:t>
            </a:r>
            <a:endParaRPr b="0" lang="nb-NO" sz="3850" spc="-1" strike="noStrike">
              <a:solidFill>
                <a:schemeClr val="dk1"/>
              </a:solidFill>
              <a:latin typeface="Calibri"/>
            </a:endParaRPr>
          </a:p>
        </p:txBody>
      </p:sp>
      <p:sp>
        <p:nvSpPr>
          <p:cNvPr id="461" name="PlaceHolder 2"/>
          <p:cNvSpPr>
            <a:spLocks noGrp="1"/>
          </p:cNvSpPr>
          <p:nvPr>
            <p:ph/>
          </p:nvPr>
        </p:nvSpPr>
        <p:spPr>
          <a:xfrm>
            <a:off x="758160" y="1699560"/>
            <a:ext cx="10752120" cy="244332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Forward modeling in tomography is based on the Eikonal equation, which comes from the high-frequency (ray) approximation of the wave equation:</a:t>
            </a:r>
            <a:endParaRPr b="0" lang="nb-NO" sz="2400" spc="-1" strike="noStrike">
              <a:solidFill>
                <a:schemeClr val="dk2"/>
              </a:solidFill>
              <a:latin typeface="Calibri Light"/>
            </a:endParaRPr>
          </a:p>
          <a:p>
            <a:pPr indent="0" defTabSz="914400">
              <a:lnSpc>
                <a:spcPct val="90000"/>
              </a:lnSpc>
              <a:spcBef>
                <a:spcPts val="1001"/>
              </a:spcBef>
              <a:buNone/>
              <a:tabLst>
                <a:tab algn="l" pos="0"/>
              </a:tabLst>
            </a:pPr>
            <a:endParaRPr b="0" lang="nb-NO" sz="2400" spc="-1" strike="noStrike">
              <a:solidFill>
                <a:schemeClr val="dk2"/>
              </a:solidFill>
              <a:latin typeface="Calibri Light"/>
            </a:endParaRPr>
          </a:p>
          <a:p>
            <a:pPr indent="0" defTabSz="914400">
              <a:lnSpc>
                <a:spcPct val="90000"/>
              </a:lnSpc>
              <a:spcBef>
                <a:spcPts val="1001"/>
              </a:spcBef>
              <a:buNone/>
              <a:tabLst>
                <a:tab algn="l" pos="0"/>
              </a:tabLst>
            </a:pPr>
            <a:endParaRPr b="0" lang="nb-NO" sz="2400" spc="-1" strike="noStrike">
              <a:solidFill>
                <a:schemeClr val="dk2"/>
              </a:solidFill>
              <a:latin typeface="Calibri Light"/>
            </a:endParaRPr>
          </a:p>
        </p:txBody>
      </p:sp>
      <p:pic>
        <p:nvPicPr>
          <p:cNvPr id="462" name="Picture 4" descr=""/>
          <p:cNvPicPr/>
          <p:nvPr/>
        </p:nvPicPr>
        <p:blipFill>
          <a:blip r:embed="rId1"/>
          <a:stretch/>
        </p:blipFill>
        <p:spPr>
          <a:xfrm>
            <a:off x="2954520" y="2627640"/>
            <a:ext cx="2339640" cy="1377720"/>
          </a:xfrm>
          <a:prstGeom prst="rect">
            <a:avLst/>
          </a:prstGeom>
          <a:ln w="0">
            <a:noFill/>
          </a:ln>
        </p:spPr>
      </p:pic>
      <p:pic>
        <p:nvPicPr>
          <p:cNvPr id="463" name="Picture 6" descr=""/>
          <p:cNvPicPr/>
          <p:nvPr/>
        </p:nvPicPr>
        <p:blipFill>
          <a:blip r:embed="rId2"/>
          <a:stretch/>
        </p:blipFill>
        <p:spPr>
          <a:xfrm>
            <a:off x="6527160" y="2921400"/>
            <a:ext cx="2523960" cy="790200"/>
          </a:xfrm>
          <a:prstGeom prst="rect">
            <a:avLst/>
          </a:prstGeom>
          <a:ln w="0">
            <a:noFill/>
          </a:ln>
        </p:spPr>
      </p:pic>
      <p:pic>
        <p:nvPicPr>
          <p:cNvPr id="464" name="Picture 8" descr=""/>
          <p:cNvPicPr/>
          <p:nvPr/>
        </p:nvPicPr>
        <p:blipFill>
          <a:blip r:embed="rId3"/>
          <a:stretch/>
        </p:blipFill>
        <p:spPr>
          <a:xfrm>
            <a:off x="1785240" y="4031640"/>
            <a:ext cx="9148680" cy="2443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title"/>
          </p:nvPr>
        </p:nvSpPr>
        <p:spPr>
          <a:xfrm>
            <a:off x="2102760" y="13284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Constant Travel Time Contours</a:t>
            </a:r>
            <a:endParaRPr b="0" lang="nb-NO" sz="3850" spc="-1" strike="noStrike">
              <a:solidFill>
                <a:schemeClr val="dk1"/>
              </a:solidFill>
              <a:latin typeface="Calibri"/>
            </a:endParaRPr>
          </a:p>
        </p:txBody>
      </p:sp>
      <p:sp>
        <p:nvSpPr>
          <p:cNvPr id="466" name="PlaceHolder 2"/>
          <p:cNvSpPr>
            <a:spLocks noGrp="1"/>
          </p:cNvSpPr>
          <p:nvPr>
            <p:ph/>
          </p:nvPr>
        </p:nvSpPr>
        <p:spPr>
          <a:xfrm>
            <a:off x="758160" y="4609080"/>
            <a:ext cx="10752120" cy="18684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It describes how a wavefront (surface of equal travel time) moves through space.</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The gradient of travel time gives the ray direction — perpendicular to the wavefront.</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In regions of low velocity, 𝑣 is small → 𝑠 large → wavefronts bend toward that region (Snell’s Law behavior).</a:t>
            </a:r>
            <a:endParaRPr b="0" lang="nb-NO" sz="2400" spc="-1" strike="noStrike">
              <a:solidFill>
                <a:schemeClr val="dk2"/>
              </a:solidFill>
              <a:latin typeface="Calibri Light"/>
            </a:endParaRPr>
          </a:p>
        </p:txBody>
      </p:sp>
      <p:pic>
        <p:nvPicPr>
          <p:cNvPr id="467" name="Picture 5" descr=""/>
          <p:cNvPicPr/>
          <p:nvPr/>
        </p:nvPicPr>
        <p:blipFill>
          <a:blip r:embed="rId1"/>
          <a:stretch/>
        </p:blipFill>
        <p:spPr>
          <a:xfrm>
            <a:off x="331920" y="1614240"/>
            <a:ext cx="5763600" cy="2564640"/>
          </a:xfrm>
          <a:prstGeom prst="rect">
            <a:avLst/>
          </a:prstGeom>
          <a:ln w="0">
            <a:noFill/>
          </a:ln>
        </p:spPr>
      </p:pic>
      <p:pic>
        <p:nvPicPr>
          <p:cNvPr id="468" name="Picture 7" descr=""/>
          <p:cNvPicPr/>
          <p:nvPr/>
        </p:nvPicPr>
        <p:blipFill>
          <a:blip r:embed="rId2"/>
          <a:stretch/>
        </p:blipFill>
        <p:spPr>
          <a:xfrm>
            <a:off x="6341760" y="1614240"/>
            <a:ext cx="3711240" cy="26776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title"/>
          </p:nvPr>
        </p:nvSpPr>
        <p:spPr>
          <a:xfrm>
            <a:off x="2102760" y="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Inversion</a:t>
            </a:r>
            <a:endParaRPr b="0" lang="nb-NO" sz="3850" spc="-1" strike="noStrike">
              <a:solidFill>
                <a:schemeClr val="dk1"/>
              </a:solidFill>
              <a:latin typeface="Calibri"/>
            </a:endParaRPr>
          </a:p>
        </p:txBody>
      </p:sp>
      <p:sp>
        <p:nvSpPr>
          <p:cNvPr id="470" name="PlaceHolder 2"/>
          <p:cNvSpPr>
            <a:spLocks noGrp="1"/>
          </p:cNvSpPr>
          <p:nvPr>
            <p:ph/>
          </p:nvPr>
        </p:nvSpPr>
        <p:spPr>
          <a:xfrm>
            <a:off x="758160" y="1392120"/>
            <a:ext cx="10752120" cy="508572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Predicts first-arrival travel times through a velocity model.</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Solves the Eikonal equation for ray traces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Used repeatedly during inversion.</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The model is updated iteratively until misfit is minimized.</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Two inversion styles: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Back projection </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Regularized inversion</a:t>
            </a:r>
            <a:endParaRPr b="0" lang="nb-NO" sz="2000" spc="-1" strike="noStrike">
              <a:solidFill>
                <a:schemeClr val="dk2"/>
              </a:solidFill>
              <a:latin typeface="Calibri Light"/>
            </a:endParaRPr>
          </a:p>
        </p:txBody>
      </p:sp>
      <p:pic>
        <p:nvPicPr>
          <p:cNvPr id="471" name="Picture 4" descr=""/>
          <p:cNvPicPr/>
          <p:nvPr/>
        </p:nvPicPr>
        <p:blipFill>
          <a:blip r:embed="rId1"/>
          <a:stretch/>
        </p:blipFill>
        <p:spPr>
          <a:xfrm>
            <a:off x="3548520" y="2797920"/>
            <a:ext cx="4162320" cy="6307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2198160" y="24336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Backpropagation </a:t>
            </a:r>
            <a:endParaRPr b="0" lang="nb-NO" sz="3850" spc="-1" strike="noStrike">
              <a:solidFill>
                <a:schemeClr val="dk1"/>
              </a:solidFill>
              <a:latin typeface="Calibri"/>
            </a:endParaRPr>
          </a:p>
        </p:txBody>
      </p:sp>
      <p:sp>
        <p:nvSpPr>
          <p:cNvPr id="473" name="PlaceHolder 2"/>
          <p:cNvSpPr>
            <a:spLocks noGrp="1"/>
          </p:cNvSpPr>
          <p:nvPr>
            <p:ph/>
          </p:nvPr>
        </p:nvSpPr>
        <p:spPr>
          <a:xfrm>
            <a:off x="719640" y="3016440"/>
            <a:ext cx="10752120" cy="38412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Basic Idea: </a:t>
            </a:r>
            <a:r>
              <a:rPr b="0" lang="en-GB" sz="2400" spc="-1" strike="noStrike">
                <a:solidFill>
                  <a:schemeClr val="dk2"/>
                </a:solidFill>
                <a:latin typeface="Calibri"/>
              </a:rPr>
              <a:t>Each ray that connects a source and receiver provides information about the average velocity along its path.</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If a ray arrives later than predicted → the model is too slow along that path.</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If a ray arrives earlier → the model is too fast.</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The simplest way to fix the model: “Spread” the time residual (Δ𝑡) back along the ray path, adjusting slowness in each cell the ray crosses.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That’s why it’s called back projection — you project the travel-time residuals back into the model.</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This back propagation happens in iterations updating the model at each iteration </a:t>
            </a:r>
            <a:endParaRPr b="0" lang="nb-NO" sz="2400" spc="-1" strike="noStrike">
              <a:solidFill>
                <a:schemeClr val="dk2"/>
              </a:solidFill>
              <a:latin typeface="Calibri Light"/>
            </a:endParaRPr>
          </a:p>
        </p:txBody>
      </p:sp>
      <p:pic>
        <p:nvPicPr>
          <p:cNvPr id="474" name="Picture 4" descr=""/>
          <p:cNvPicPr/>
          <p:nvPr/>
        </p:nvPicPr>
        <p:blipFill>
          <a:blip r:embed="rId1"/>
          <a:stretch/>
        </p:blipFill>
        <p:spPr>
          <a:xfrm>
            <a:off x="4003200" y="1652040"/>
            <a:ext cx="3664800" cy="8424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title"/>
          </p:nvPr>
        </p:nvSpPr>
        <p:spPr>
          <a:xfrm>
            <a:off x="2102760" y="24552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Regularized Inversion</a:t>
            </a:r>
            <a:endParaRPr b="0" lang="nb-NO" sz="3850" spc="-1" strike="noStrike">
              <a:solidFill>
                <a:schemeClr val="dk1"/>
              </a:solidFill>
              <a:latin typeface="Calibri"/>
            </a:endParaRPr>
          </a:p>
        </p:txBody>
      </p:sp>
      <p:sp>
        <p:nvSpPr>
          <p:cNvPr id="476" name="PlaceHolder 2"/>
          <p:cNvSpPr>
            <a:spLocks noGrp="1"/>
          </p:cNvSpPr>
          <p:nvPr>
            <p:ph/>
          </p:nvPr>
        </p:nvSpPr>
        <p:spPr>
          <a:xfrm>
            <a:off x="554760" y="1562760"/>
            <a:ext cx="10752120" cy="529488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Basic Idea: </a:t>
            </a:r>
            <a:r>
              <a:rPr b="0" lang="en-GB" sz="2400" spc="-1" strike="noStrike">
                <a:solidFill>
                  <a:schemeClr val="dk2"/>
                </a:solidFill>
                <a:latin typeface="Calibri"/>
              </a:rPr>
              <a:t>Here the inversion is treated as a mathematical optimization problem:</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Find the smoothest velocity model that fits the observed data within its uncertainty.</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It minimizes an objective (cost) function that combines two terms:</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Linearized around the current model: 𝑡=𝐿𝑚, where 𝐿 is the matrix of partial derivatives (path lengths of rays through each cell). </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Solve a large system of equations using conjugate gradient methods (e.g., LSQR).</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Update model iteratively: Compute new travel times (forward modeling). Recalculate residuals. Repeat until misfit ≈ 1 (fits data within uncertainty).</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p:txBody>
      </p:sp>
      <p:pic>
        <p:nvPicPr>
          <p:cNvPr id="477" name="Picture 4" descr=""/>
          <p:cNvPicPr/>
          <p:nvPr/>
        </p:nvPicPr>
        <p:blipFill>
          <a:blip r:embed="rId1"/>
          <a:stretch/>
        </p:blipFill>
        <p:spPr>
          <a:xfrm>
            <a:off x="1632240" y="2931840"/>
            <a:ext cx="8269920" cy="16491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Example of  First arrival travel time Tomography</a:t>
            </a:r>
            <a:endParaRPr b="0" lang="nb-NO" sz="3850" spc="-1" strike="noStrike">
              <a:solidFill>
                <a:schemeClr val="dk1"/>
              </a:solidFill>
              <a:latin typeface="Calibri"/>
            </a:endParaRPr>
          </a:p>
        </p:txBody>
      </p:sp>
      <p:sp>
        <p:nvSpPr>
          <p:cNvPr id="479" name="PlaceHolder 2"/>
          <p:cNvSpPr>
            <a:spLocks noGrp="1"/>
          </p:cNvSpPr>
          <p:nvPr>
            <p:ph/>
          </p:nvPr>
        </p:nvSpPr>
        <p:spPr>
          <a:xfrm>
            <a:off x="6095880" y="1431000"/>
            <a:ext cx="5751360" cy="5218560"/>
          </a:xfrm>
          <a:prstGeom prst="rect">
            <a:avLst/>
          </a:prstGeom>
          <a:noFill/>
          <a:ln w="0">
            <a:noFill/>
          </a:ln>
        </p:spPr>
        <p:txBody>
          <a:bodyPr lIns="0" rIns="0" tIns="0" bIns="0" anchor="t">
            <a:normAutofit fontScale="96628"/>
          </a:bodyPr>
          <a:p>
            <a:pPr marL="285840" indent="-285840" defTabSz="914400">
              <a:lnSpc>
                <a:spcPct val="90000"/>
              </a:lnSpc>
              <a:spcBef>
                <a:spcPts val="1001"/>
              </a:spcBef>
              <a:buClr>
                <a:srgbClr val="14b978"/>
              </a:buClr>
              <a:buFont typeface="Arial"/>
              <a:buChar char="•"/>
            </a:pPr>
            <a:r>
              <a:rPr b="1" lang="en-GB" sz="2400" spc="-1" strike="noStrike" u="sng">
                <a:solidFill>
                  <a:schemeClr val="dk2"/>
                </a:solidFill>
                <a:uFillTx/>
                <a:latin typeface="Calibri"/>
              </a:rPr>
              <a:t>Survey context</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Region: Eastern Nankai Trough, Tokai segment (Japan)</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Aim: Deep crustal imaging of subduction zone structures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Acquisition: 2001 KY0106 cruise (R/V Kaiyo) under the SEIZE France–Japan (SFJ) project</a:t>
            </a:r>
            <a:endParaRPr b="0" lang="nb-NO" sz="20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OBS configuration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100 Ocean Bottom Seismometers (OBS)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Spacing: </a:t>
            </a:r>
            <a:r>
              <a:rPr b="1" lang="en-GB" sz="2000" spc="-1" strike="noStrike">
                <a:solidFill>
                  <a:schemeClr val="dk2"/>
                </a:solidFill>
                <a:latin typeface="Calibri"/>
              </a:rPr>
              <a:t>1 km</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Profile length: </a:t>
            </a:r>
            <a:r>
              <a:rPr b="1" lang="en-GB" sz="2000" spc="-1" strike="noStrike">
                <a:solidFill>
                  <a:schemeClr val="dk2"/>
                </a:solidFill>
                <a:latin typeface="Calibri"/>
              </a:rPr>
              <a:t>100 km</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Vertical 3-component geophones + hydrophones</a:t>
            </a:r>
            <a:endParaRPr b="0" lang="nb-NO" sz="20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Source configuration</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1" lang="en-GB" sz="2000" spc="-1" strike="noStrike">
                <a:solidFill>
                  <a:schemeClr val="dk2"/>
                </a:solidFill>
                <a:latin typeface="Calibri"/>
              </a:rPr>
              <a:t>1404 air-gun shots</a:t>
            </a:r>
            <a:r>
              <a:rPr b="0" lang="en-GB" sz="2000" spc="-1" strike="noStrike">
                <a:solidFill>
                  <a:schemeClr val="dk2"/>
                </a:solidFill>
                <a:latin typeface="Calibri"/>
              </a:rPr>
              <a:t>, spacing </a:t>
            </a:r>
            <a:r>
              <a:rPr b="1" lang="en-GB" sz="2000" spc="-1" strike="noStrike">
                <a:solidFill>
                  <a:schemeClr val="dk2"/>
                </a:solidFill>
                <a:latin typeface="Calibri"/>
              </a:rPr>
              <a:t>100 m</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Total source line length: </a:t>
            </a:r>
            <a:r>
              <a:rPr b="1" lang="en-GB" sz="2000" spc="-1" strike="noStrike">
                <a:solidFill>
                  <a:schemeClr val="dk2"/>
                </a:solidFill>
                <a:latin typeface="Calibri"/>
              </a:rPr>
              <a:t>140 km</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Air-gun array: </a:t>
            </a:r>
            <a:r>
              <a:rPr b="1" lang="en-GB" sz="2000" spc="-1" strike="noStrike">
                <a:solidFill>
                  <a:schemeClr val="dk2"/>
                </a:solidFill>
                <a:latin typeface="Calibri"/>
              </a:rPr>
              <a:t>196 L total volume</a:t>
            </a:r>
            <a:endParaRPr b="0" lang="nb-NO" sz="2000" spc="-1" strike="noStrike">
              <a:solidFill>
                <a:schemeClr val="dk2"/>
              </a:solidFill>
              <a:latin typeface="Calibri Light"/>
            </a:endParaRPr>
          </a:p>
          <a:p>
            <a:pPr indent="0" defTabSz="914400">
              <a:lnSpc>
                <a:spcPct val="90000"/>
              </a:lnSpc>
              <a:spcBef>
                <a:spcPts val="1001"/>
              </a:spcBef>
              <a:buNone/>
              <a:tabLst>
                <a:tab algn="l" pos="0"/>
              </a:tabLst>
            </a:pPr>
            <a:endParaRPr b="0" lang="nb-NO" sz="2400" spc="-1" strike="noStrike">
              <a:solidFill>
                <a:schemeClr val="dk2"/>
              </a:solidFill>
              <a:latin typeface="Calibri Light"/>
            </a:endParaRPr>
          </a:p>
        </p:txBody>
      </p:sp>
      <p:pic>
        <p:nvPicPr>
          <p:cNvPr id="480" name="Picture 4" descr=""/>
          <p:cNvPicPr/>
          <p:nvPr/>
        </p:nvPicPr>
        <p:blipFill>
          <a:blip r:embed="rId1"/>
          <a:stretch/>
        </p:blipFill>
        <p:spPr>
          <a:xfrm>
            <a:off x="849960" y="2111040"/>
            <a:ext cx="4775040" cy="3993120"/>
          </a:xfrm>
          <a:prstGeom prst="rect">
            <a:avLst/>
          </a:prstGeom>
          <a:ln w="0">
            <a:noFill/>
          </a:ln>
        </p:spPr>
      </p:pic>
      <p:sp>
        <p:nvSpPr>
          <p:cNvPr id="481" name="TextBox 3"/>
          <p:cNvSpPr/>
          <p:nvPr/>
        </p:nvSpPr>
        <p:spPr>
          <a:xfrm>
            <a:off x="3594960" y="1431000"/>
            <a:ext cx="225216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Gorszczyk et al. (2017)</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OBS Data</a:t>
            </a:r>
            <a:endParaRPr b="0" lang="nb-NO" sz="3850" spc="-1" strike="noStrike">
              <a:solidFill>
                <a:schemeClr val="dk1"/>
              </a:solidFill>
              <a:latin typeface="Calibri"/>
            </a:endParaRPr>
          </a:p>
        </p:txBody>
      </p:sp>
      <p:sp>
        <p:nvSpPr>
          <p:cNvPr id="483" name="PlaceHolder 2"/>
          <p:cNvSpPr>
            <a:spLocks noGrp="1"/>
          </p:cNvSpPr>
          <p:nvPr>
            <p:ph/>
          </p:nvPr>
        </p:nvSpPr>
        <p:spPr>
          <a:xfrm>
            <a:off x="758160" y="5205960"/>
            <a:ext cx="10752120" cy="9630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The red and green lines represent the initial and final first-arrival travel time picks, respectively.</a:t>
            </a:r>
            <a:endParaRPr b="0" lang="nb-NO" sz="2400" spc="-1" strike="noStrike">
              <a:solidFill>
                <a:schemeClr val="dk2"/>
              </a:solidFill>
              <a:latin typeface="Calibri Light"/>
            </a:endParaRPr>
          </a:p>
        </p:txBody>
      </p:sp>
      <p:pic>
        <p:nvPicPr>
          <p:cNvPr id="484" name="Picture 4" descr=""/>
          <p:cNvPicPr/>
          <p:nvPr/>
        </p:nvPicPr>
        <p:blipFill>
          <a:blip r:embed="rId1"/>
          <a:stretch/>
        </p:blipFill>
        <p:spPr>
          <a:xfrm>
            <a:off x="1626480" y="1563840"/>
            <a:ext cx="8938800" cy="33145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title"/>
          </p:nvPr>
        </p:nvSpPr>
        <p:spPr>
          <a:xfrm>
            <a:off x="2783880" y="-3222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Result from FATT </a:t>
            </a:r>
            <a:endParaRPr b="0" lang="nb-NO" sz="3850" spc="-1" strike="noStrike">
              <a:solidFill>
                <a:schemeClr val="dk1"/>
              </a:solidFill>
              <a:latin typeface="Calibri"/>
            </a:endParaRPr>
          </a:p>
        </p:txBody>
      </p:sp>
      <p:sp>
        <p:nvSpPr>
          <p:cNvPr id="486" name="PlaceHolder 2"/>
          <p:cNvSpPr>
            <a:spLocks noGrp="1"/>
          </p:cNvSpPr>
          <p:nvPr>
            <p:ph/>
          </p:nvPr>
        </p:nvSpPr>
        <p:spPr>
          <a:xfrm>
            <a:off x="373680" y="3069360"/>
            <a:ext cx="3533040" cy="466092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FATT performed in multiple iterative stages </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p:txBody>
      </p:sp>
      <p:pic>
        <p:nvPicPr>
          <p:cNvPr id="487" name="Picture 4" descr=""/>
          <p:cNvPicPr/>
          <p:nvPr/>
        </p:nvPicPr>
        <p:blipFill>
          <a:blip r:embed="rId1"/>
          <a:stretch/>
        </p:blipFill>
        <p:spPr>
          <a:xfrm>
            <a:off x="4044600" y="645840"/>
            <a:ext cx="7513560" cy="6035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1261080" y="2377800"/>
            <a:ext cx="9407520" cy="1050840"/>
          </a:xfrm>
          <a:prstGeom prst="rect">
            <a:avLst/>
          </a:prstGeom>
          <a:noFill/>
          <a:ln w="0">
            <a:noFill/>
          </a:ln>
        </p:spPr>
        <p:txBody>
          <a:bodyPr lIns="0" rIns="0" tIns="0" bIns="0" anchor="b">
            <a:noAutofit/>
          </a:bodyPr>
          <a:p>
            <a:pPr indent="0" algn="ctr" defTabSz="914400">
              <a:lnSpc>
                <a:spcPct val="90000"/>
              </a:lnSpc>
              <a:buNone/>
            </a:pPr>
            <a:r>
              <a:rPr b="1" lang="en-GB" sz="3850" spc="-1" strike="noStrike">
                <a:solidFill>
                  <a:schemeClr val="dk2"/>
                </a:solidFill>
                <a:latin typeface="Calibri"/>
              </a:rPr>
              <a:t>Questions!</a:t>
            </a:r>
            <a:endParaRPr b="0" lang="nb-NO" sz="385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Full Waveform Inversion</a:t>
            </a:r>
            <a:endParaRPr b="0" lang="nb-NO" sz="3850" spc="-1" strike="noStrike">
              <a:solidFill>
                <a:schemeClr val="dk1"/>
              </a:solidFill>
              <a:latin typeface="Calibri"/>
            </a:endParaRPr>
          </a:p>
        </p:txBody>
      </p:sp>
      <p:sp>
        <p:nvSpPr>
          <p:cNvPr id="490" name="PlaceHolder 2"/>
          <p:cNvSpPr>
            <a:spLocks noGrp="1"/>
          </p:cNvSpPr>
          <p:nvPr>
            <p:ph/>
          </p:nvPr>
        </p:nvSpPr>
        <p:spPr>
          <a:xfrm>
            <a:off x="758160" y="1791000"/>
            <a:ext cx="561096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FWI is a high-resolution imaging technique that is based on modelling the complete waveform for extracting the physical parameters of the medium.</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Traveltime tomography uses only the arrivaltimes</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FWI will invert for complete waveform</a:t>
            </a:r>
            <a:endParaRPr b="0" lang="nb-NO" sz="2400" spc="-1" strike="noStrike">
              <a:solidFill>
                <a:schemeClr val="dk2"/>
              </a:solidFill>
              <a:latin typeface="Calibri Light"/>
            </a:endParaRPr>
          </a:p>
        </p:txBody>
      </p:sp>
      <p:pic>
        <p:nvPicPr>
          <p:cNvPr id="491" name="Picture 4" descr=""/>
          <p:cNvPicPr/>
          <p:nvPr/>
        </p:nvPicPr>
        <p:blipFill>
          <a:blip r:embed="rId1"/>
          <a:stretch/>
        </p:blipFill>
        <p:spPr>
          <a:xfrm>
            <a:off x="7134840" y="1791000"/>
            <a:ext cx="4800600" cy="42750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2102760" y="208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Full Waveform Inversion</a:t>
            </a:r>
            <a:endParaRPr b="0" lang="nb-NO" sz="3850" spc="-1" strike="noStrike">
              <a:solidFill>
                <a:schemeClr val="dk1"/>
              </a:solidFill>
              <a:latin typeface="Calibri"/>
            </a:endParaRPr>
          </a:p>
        </p:txBody>
      </p:sp>
      <p:sp>
        <p:nvSpPr>
          <p:cNvPr id="493" name="PlaceHolder 2"/>
          <p:cNvSpPr>
            <a:spLocks noGrp="1"/>
          </p:cNvSpPr>
          <p:nvPr>
            <p:ph/>
          </p:nvPr>
        </p:nvSpPr>
        <p:spPr>
          <a:xfrm>
            <a:off x="681480" y="1827360"/>
            <a:ext cx="479016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FWI iteratively minimizes the difference between field data and synthetic data</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Requires a starting model – usually developed from traveltime tomography </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p:txBody>
      </p:sp>
      <p:pic>
        <p:nvPicPr>
          <p:cNvPr id="494" name="Picture 4" descr=""/>
          <p:cNvPicPr/>
          <p:nvPr/>
        </p:nvPicPr>
        <p:blipFill>
          <a:blip r:embed="rId1"/>
          <a:stretch/>
        </p:blipFill>
        <p:spPr>
          <a:xfrm>
            <a:off x="6122880" y="1260000"/>
            <a:ext cx="5387400" cy="50446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2113200" y="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How does FWI work?</a:t>
            </a:r>
            <a:endParaRPr b="0" lang="nb-NO" sz="3850" spc="-1" strike="noStrike">
              <a:solidFill>
                <a:schemeClr val="dk1"/>
              </a:solidFill>
              <a:latin typeface="Calibri"/>
            </a:endParaRPr>
          </a:p>
        </p:txBody>
      </p:sp>
      <p:sp>
        <p:nvSpPr>
          <p:cNvPr id="496" name="PlaceHolder 2"/>
          <p:cNvSpPr>
            <a:spLocks noGrp="1"/>
          </p:cNvSpPr>
          <p:nvPr>
            <p:ph/>
          </p:nvPr>
        </p:nvSpPr>
        <p:spPr>
          <a:xfrm>
            <a:off x="1007640" y="2939040"/>
            <a:ext cx="5337360" cy="404352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Main components:</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A starting model</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Forward modelling operator</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Optimization</a:t>
            </a:r>
            <a:endParaRPr b="0" lang="nb-NO" sz="2000" spc="-1" strike="noStrike">
              <a:solidFill>
                <a:schemeClr val="dk2"/>
              </a:solidFill>
              <a:latin typeface="Calibri Light"/>
            </a:endParaRPr>
          </a:p>
        </p:txBody>
      </p:sp>
      <p:pic>
        <p:nvPicPr>
          <p:cNvPr id="497" name="Picture 4" descr=""/>
          <p:cNvPicPr/>
          <p:nvPr/>
        </p:nvPicPr>
        <p:blipFill>
          <a:blip r:embed="rId1"/>
          <a:stretch/>
        </p:blipFill>
        <p:spPr>
          <a:xfrm>
            <a:off x="4931280" y="1258920"/>
            <a:ext cx="6682680" cy="51102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2102760" y="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Forward modelling</a:t>
            </a:r>
            <a:endParaRPr b="0" lang="nb-NO" sz="3850" spc="-1" strike="noStrike">
              <a:solidFill>
                <a:schemeClr val="dk1"/>
              </a:solidFill>
              <a:latin typeface="Calibri"/>
            </a:endParaRPr>
          </a:p>
        </p:txBody>
      </p:sp>
      <p:sp>
        <p:nvSpPr>
          <p:cNvPr id="499" name="PlaceHolder 2"/>
          <p:cNvSpPr>
            <a:spLocks noGrp="1"/>
          </p:cNvSpPr>
          <p:nvPr>
            <p:ph/>
          </p:nvPr>
        </p:nvSpPr>
        <p:spPr>
          <a:xfrm>
            <a:off x="719640" y="1604520"/>
            <a:ext cx="10752120" cy="149184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Seismic modelling provides the forward engine for FWI.</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Objective: accurately simulate wave propagation in the Earth.</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Key parameters: </a:t>
            </a:r>
            <a:r>
              <a:rPr b="1" lang="en-GB" sz="2400" spc="-1" strike="noStrike">
                <a:solidFill>
                  <a:schemeClr val="dk2"/>
                </a:solidFill>
                <a:latin typeface="Calibri"/>
              </a:rPr>
              <a:t>Vp, Vs, ρ, </a:t>
            </a:r>
            <a:r>
              <a:rPr b="0" lang="en-GB" sz="2400" spc="-1" strike="noStrike">
                <a:solidFill>
                  <a:schemeClr val="dk2"/>
                </a:solidFill>
                <a:latin typeface="Calibri"/>
              </a:rPr>
              <a:t>and geometry.</a:t>
            </a:r>
            <a:endParaRPr b="0" lang="nb-NO" sz="2400" spc="-1" strike="noStrike">
              <a:solidFill>
                <a:schemeClr val="dk2"/>
              </a:solidFill>
              <a:latin typeface="Calibri Light"/>
            </a:endParaRPr>
          </a:p>
        </p:txBody>
      </p:sp>
      <p:pic>
        <p:nvPicPr>
          <p:cNvPr id="500" name="Picture 8" descr=""/>
          <p:cNvPicPr/>
          <p:nvPr/>
        </p:nvPicPr>
        <p:blipFill>
          <a:blip r:embed="rId1"/>
          <a:stretch/>
        </p:blipFill>
        <p:spPr>
          <a:xfrm>
            <a:off x="719640" y="3689280"/>
            <a:ext cx="3229560" cy="996120"/>
          </a:xfrm>
          <a:prstGeom prst="rect">
            <a:avLst/>
          </a:prstGeom>
          <a:ln w="0">
            <a:noFill/>
          </a:ln>
        </p:spPr>
      </p:pic>
      <p:pic>
        <p:nvPicPr>
          <p:cNvPr id="501" name="Picture 10" descr=""/>
          <p:cNvPicPr/>
          <p:nvPr/>
        </p:nvPicPr>
        <p:blipFill>
          <a:blip r:embed="rId2"/>
          <a:stretch/>
        </p:blipFill>
        <p:spPr>
          <a:xfrm>
            <a:off x="822960" y="3242520"/>
            <a:ext cx="3023280" cy="446400"/>
          </a:xfrm>
          <a:prstGeom prst="rect">
            <a:avLst/>
          </a:prstGeom>
          <a:ln w="0">
            <a:noFill/>
          </a:ln>
        </p:spPr>
      </p:pic>
      <p:pic>
        <p:nvPicPr>
          <p:cNvPr id="502" name="Picture 12" descr=""/>
          <p:cNvPicPr/>
          <p:nvPr/>
        </p:nvPicPr>
        <p:blipFill>
          <a:blip r:embed="rId3"/>
          <a:stretch/>
        </p:blipFill>
        <p:spPr>
          <a:xfrm>
            <a:off x="481680" y="4960800"/>
            <a:ext cx="4174200" cy="1387440"/>
          </a:xfrm>
          <a:prstGeom prst="rect">
            <a:avLst/>
          </a:prstGeom>
          <a:ln w="0">
            <a:noFill/>
          </a:ln>
        </p:spPr>
      </p:pic>
      <p:pic>
        <p:nvPicPr>
          <p:cNvPr id="503" name="Picture 14" descr=""/>
          <p:cNvPicPr/>
          <p:nvPr/>
        </p:nvPicPr>
        <p:blipFill>
          <a:blip r:embed="rId4"/>
          <a:stretch/>
        </p:blipFill>
        <p:spPr>
          <a:xfrm>
            <a:off x="6095880" y="3706560"/>
            <a:ext cx="5719680" cy="769680"/>
          </a:xfrm>
          <a:prstGeom prst="rect">
            <a:avLst/>
          </a:prstGeom>
          <a:ln w="0">
            <a:noFill/>
          </a:ln>
        </p:spPr>
      </p:pic>
      <p:pic>
        <p:nvPicPr>
          <p:cNvPr id="504" name="Picture 16" descr=""/>
          <p:cNvPicPr/>
          <p:nvPr/>
        </p:nvPicPr>
        <p:blipFill>
          <a:blip r:embed="rId5"/>
          <a:srcRect l="15712" t="0" r="0" b="0"/>
          <a:stretch/>
        </p:blipFill>
        <p:spPr>
          <a:xfrm>
            <a:off x="7917840" y="3242520"/>
            <a:ext cx="2787840" cy="463680"/>
          </a:xfrm>
          <a:prstGeom prst="rect">
            <a:avLst/>
          </a:prstGeom>
          <a:ln w="0">
            <a:noFill/>
          </a:ln>
        </p:spPr>
      </p:pic>
      <p:pic>
        <p:nvPicPr>
          <p:cNvPr id="505" name="Picture 18" descr=""/>
          <p:cNvPicPr/>
          <p:nvPr/>
        </p:nvPicPr>
        <p:blipFill>
          <a:blip r:embed="rId6"/>
          <a:stretch/>
        </p:blipFill>
        <p:spPr>
          <a:xfrm>
            <a:off x="6394680" y="4609080"/>
            <a:ext cx="5537880" cy="18392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Forward modelling -- Numerical Solution Methods</a:t>
            </a:r>
            <a:endParaRPr b="0" lang="nb-NO" sz="3850" spc="-1" strike="noStrike">
              <a:solidFill>
                <a:schemeClr val="dk1"/>
              </a:solidFill>
              <a:latin typeface="Calibri"/>
            </a:endParaRPr>
          </a:p>
        </p:txBody>
      </p:sp>
      <p:sp>
        <p:nvSpPr>
          <p:cNvPr id="507" name="PlaceHolder 2"/>
          <p:cNvSpPr>
            <a:spLocks noGrp="1"/>
          </p:cNvSpPr>
          <p:nvPr>
            <p:ph/>
          </p:nvPr>
        </p:nvSpPr>
        <p:spPr>
          <a:xfrm>
            <a:off x="394560" y="1801800"/>
            <a:ext cx="614088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Three main families: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Finite Differences (FD) – simple, regular grid.</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Finite Elements (FE) – flexible geometry.</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Spectral Methods – high accuracy, frequency domain.</a:t>
            </a:r>
            <a:endParaRPr b="0" lang="nb-NO" sz="2400" spc="-1" strike="noStrike">
              <a:solidFill>
                <a:schemeClr val="dk2"/>
              </a:solidFill>
              <a:latin typeface="Calibri Light"/>
            </a:endParaRPr>
          </a:p>
        </p:txBody>
      </p:sp>
      <p:pic>
        <p:nvPicPr>
          <p:cNvPr id="508" name="Picture 6" descr=""/>
          <p:cNvPicPr/>
          <p:nvPr/>
        </p:nvPicPr>
        <p:blipFill>
          <a:blip r:embed="rId1"/>
          <a:stretch/>
        </p:blipFill>
        <p:spPr>
          <a:xfrm>
            <a:off x="7107480" y="1589760"/>
            <a:ext cx="4796280" cy="3930840"/>
          </a:xfrm>
          <a:prstGeom prst="rect">
            <a:avLst/>
          </a:prstGeom>
          <a:ln w="0">
            <a:noFill/>
          </a:ln>
        </p:spPr>
      </p:pic>
      <p:pic>
        <p:nvPicPr>
          <p:cNvPr id="509" name="Picture 8" descr=""/>
          <p:cNvPicPr/>
          <p:nvPr/>
        </p:nvPicPr>
        <p:blipFill>
          <a:blip r:embed="rId2"/>
          <a:stretch/>
        </p:blipFill>
        <p:spPr>
          <a:xfrm>
            <a:off x="757080" y="3795480"/>
            <a:ext cx="6271560" cy="2682000"/>
          </a:xfrm>
          <a:prstGeom prst="rect">
            <a:avLst/>
          </a:prstGeom>
          <a:ln w="0">
            <a:noFill/>
          </a:ln>
        </p:spPr>
      </p:pic>
      <p:sp>
        <p:nvSpPr>
          <p:cNvPr id="510" name="TextBox 9"/>
          <p:cNvSpPr/>
          <p:nvPr/>
        </p:nvSpPr>
        <p:spPr>
          <a:xfrm>
            <a:off x="2396520" y="6390360"/>
            <a:ext cx="23328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Finite difference stencil</a:t>
            </a:r>
            <a:endParaRPr b="0" lang="en-US" sz="1800" spc="-1" strike="noStrike">
              <a:solidFill>
                <a:srgbClr val="000000"/>
              </a:solidFill>
              <a:latin typeface="Arial"/>
            </a:endParaRPr>
          </a:p>
        </p:txBody>
      </p:sp>
      <p:sp>
        <p:nvSpPr>
          <p:cNvPr id="511" name="TextBox 10"/>
          <p:cNvSpPr/>
          <p:nvPr/>
        </p:nvSpPr>
        <p:spPr>
          <a:xfrm>
            <a:off x="8561160" y="5539320"/>
            <a:ext cx="20786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Finite element mesh</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Forward modelling -- Finite difference Operators</a:t>
            </a:r>
            <a:endParaRPr b="0" lang="nb-NO" sz="3850" spc="-1" strike="noStrike">
              <a:solidFill>
                <a:schemeClr val="dk1"/>
              </a:solidFill>
              <a:latin typeface="Calibri"/>
            </a:endParaRPr>
          </a:p>
        </p:txBody>
      </p:sp>
      <p:sp>
        <p:nvSpPr>
          <p:cNvPr id="513" name="PlaceHolder 2"/>
          <p:cNvSpPr>
            <a:spLocks noGrp="1"/>
          </p:cNvSpPr>
          <p:nvPr>
            <p:ph/>
          </p:nvPr>
        </p:nvSpPr>
        <p:spPr>
          <a:xfrm>
            <a:off x="719640" y="1825920"/>
            <a:ext cx="10752120" cy="1263240"/>
          </a:xfrm>
          <a:prstGeom prst="rect">
            <a:avLst/>
          </a:prstGeom>
          <a:noFill/>
          <a:ln w="0">
            <a:noFill/>
          </a:ln>
        </p:spPr>
        <p:txBody>
          <a:bodyPr lIns="0" rIns="0" tIns="0" bIns="0" anchor="t">
            <a:normAutofit fontScale="87465"/>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Principle: </a:t>
            </a:r>
            <a:r>
              <a:rPr b="0" lang="en-GB" sz="2400" spc="-1" strike="noStrike">
                <a:solidFill>
                  <a:schemeClr val="dk2"/>
                </a:solidFill>
                <a:latin typeface="Calibri"/>
              </a:rPr>
              <a:t>Replace derivatives in the wave equation with finite-difference (FD) approximations on a discrete grid.</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Central difference for </a:t>
            </a:r>
            <a:r>
              <a:rPr b="0" lang="en-GB" sz="1900" spc="-1" strike="noStrike">
                <a:solidFill>
                  <a:schemeClr val="dk2"/>
                </a:solidFill>
                <a:latin typeface="Calibri"/>
              </a:rPr>
              <a:t>2nd-order</a:t>
            </a:r>
            <a:r>
              <a:rPr b="0" lang="en-GB" sz="2400" spc="-1" strike="noStrike">
                <a:solidFill>
                  <a:schemeClr val="dk2"/>
                </a:solidFill>
                <a:latin typeface="Calibri"/>
              </a:rPr>
              <a:t> accuracy. Higher-order schemes (4th, 6th, 8th order) improve accuracy and reduce dispersion.</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p:txBody>
      </p:sp>
      <p:pic>
        <p:nvPicPr>
          <p:cNvPr id="514" name="Picture 4" descr=""/>
          <p:cNvPicPr/>
          <p:nvPr/>
        </p:nvPicPr>
        <p:blipFill>
          <a:blip r:embed="rId1"/>
          <a:stretch/>
        </p:blipFill>
        <p:spPr>
          <a:xfrm>
            <a:off x="3840480" y="3314880"/>
            <a:ext cx="5029560" cy="1030320"/>
          </a:xfrm>
          <a:prstGeom prst="rect">
            <a:avLst/>
          </a:prstGeom>
          <a:ln w="0">
            <a:noFill/>
          </a:ln>
        </p:spPr>
      </p:pic>
      <p:sp>
        <p:nvSpPr>
          <p:cNvPr id="515" name="TextBox 3"/>
          <p:cNvSpPr/>
          <p:nvPr/>
        </p:nvSpPr>
        <p:spPr>
          <a:xfrm>
            <a:off x="1478160" y="3562560"/>
            <a:ext cx="182988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Spatial derivative:</a:t>
            </a:r>
            <a:endParaRPr b="0" lang="en-US" sz="1800" spc="-1" strike="noStrike">
              <a:solidFill>
                <a:srgbClr val="000000"/>
              </a:solidFill>
              <a:latin typeface="Arial"/>
            </a:endParaRPr>
          </a:p>
        </p:txBody>
      </p:sp>
      <p:pic>
        <p:nvPicPr>
          <p:cNvPr id="516" name="Picture 7" descr=""/>
          <p:cNvPicPr/>
          <p:nvPr/>
        </p:nvPicPr>
        <p:blipFill>
          <a:blip r:embed="rId2"/>
          <a:stretch/>
        </p:blipFill>
        <p:spPr>
          <a:xfrm>
            <a:off x="3992400" y="5032080"/>
            <a:ext cx="4877640" cy="790920"/>
          </a:xfrm>
          <a:prstGeom prst="rect">
            <a:avLst/>
          </a:prstGeom>
          <a:ln w="0">
            <a:noFill/>
          </a:ln>
        </p:spPr>
      </p:pic>
      <p:sp>
        <p:nvSpPr>
          <p:cNvPr id="517" name="TextBox 8"/>
          <p:cNvSpPr/>
          <p:nvPr/>
        </p:nvSpPr>
        <p:spPr>
          <a:xfrm>
            <a:off x="1234080" y="5194080"/>
            <a:ext cx="207396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Temporal derivative: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Forward modelling -- Elastic wave propagation </a:t>
            </a:r>
            <a:endParaRPr b="0" lang="nb-NO" sz="3850" spc="-1" strike="noStrike">
              <a:solidFill>
                <a:schemeClr val="dk1"/>
              </a:solidFill>
              <a:latin typeface="Calibri"/>
            </a:endParaRPr>
          </a:p>
        </p:txBody>
      </p:sp>
      <p:pic>
        <p:nvPicPr>
          <p:cNvPr id="519" name="Picture 4" descr=""/>
          <p:cNvPicPr/>
          <p:nvPr/>
        </p:nvPicPr>
        <p:blipFill>
          <a:blip r:embed="rId1"/>
          <a:stretch/>
        </p:blipFill>
        <p:spPr>
          <a:xfrm>
            <a:off x="2836800" y="1878120"/>
            <a:ext cx="4832640" cy="4762440"/>
          </a:xfrm>
          <a:prstGeom prst="rect">
            <a:avLst/>
          </a:prstGeom>
          <a:ln w="0">
            <a:noFill/>
          </a:ln>
        </p:spPr>
      </p:pic>
      <p:sp>
        <p:nvSpPr>
          <p:cNvPr id="520" name="TextBox 5"/>
          <p:cNvSpPr/>
          <p:nvPr/>
        </p:nvSpPr>
        <p:spPr>
          <a:xfrm>
            <a:off x="7669800" y="2117880"/>
            <a:ext cx="294768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800" spc="-1" strike="noStrike">
                <a:solidFill>
                  <a:schemeClr val="dk1"/>
                </a:solidFill>
                <a:latin typeface="Calibri"/>
              </a:rPr>
              <a:t>Snapshot of the wavefield propagating through the model</a:t>
            </a:r>
            <a:endParaRPr b="0" lang="en-US" sz="1800" spc="-1" strike="noStrike">
              <a:solidFill>
                <a:srgbClr val="000000"/>
              </a:solidFill>
              <a:latin typeface="Arial"/>
            </a:endParaRPr>
          </a:p>
        </p:txBody>
      </p:sp>
      <p:sp>
        <p:nvSpPr>
          <p:cNvPr id="521" name="TextBox 6"/>
          <p:cNvSpPr/>
          <p:nvPr/>
        </p:nvSpPr>
        <p:spPr>
          <a:xfrm>
            <a:off x="7669800" y="4524480"/>
            <a:ext cx="294768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800" spc="-1" strike="noStrike">
                <a:solidFill>
                  <a:schemeClr val="dk1"/>
                </a:solidFill>
                <a:latin typeface="Calibri"/>
              </a:rPr>
              <a:t>Seismic data recorded at receivers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Starting Model</a:t>
            </a:r>
            <a:endParaRPr b="0" lang="nb-NO" sz="3850" spc="-1" strike="noStrike">
              <a:solidFill>
                <a:schemeClr val="dk1"/>
              </a:solidFill>
              <a:latin typeface="Calibri"/>
            </a:endParaRPr>
          </a:p>
        </p:txBody>
      </p:sp>
      <p:sp>
        <p:nvSpPr>
          <p:cNvPr id="523" name="PlaceHolder 2"/>
          <p:cNvSpPr>
            <a:spLocks noGrp="1"/>
          </p:cNvSpPr>
          <p:nvPr>
            <p:ph/>
          </p:nvPr>
        </p:nvSpPr>
        <p:spPr>
          <a:xfrm>
            <a:off x="695880" y="1747080"/>
            <a:ext cx="4073400" cy="335448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The starting model should be able to predict the data within half a wavecycle to prevent cycle skipping </a:t>
            </a:r>
            <a:endParaRPr b="0" lang="nb-NO" sz="2400" spc="-1" strike="noStrike">
              <a:solidFill>
                <a:schemeClr val="dk2"/>
              </a:solidFill>
              <a:latin typeface="Calibri Light"/>
            </a:endParaRPr>
          </a:p>
        </p:txBody>
      </p:sp>
      <p:pic>
        <p:nvPicPr>
          <p:cNvPr id="524" name="Picture 4" descr=""/>
          <p:cNvPicPr/>
          <p:nvPr/>
        </p:nvPicPr>
        <p:blipFill>
          <a:blip r:embed="rId1"/>
          <a:stretch/>
        </p:blipFill>
        <p:spPr>
          <a:xfrm>
            <a:off x="3262680" y="3556080"/>
            <a:ext cx="8735760" cy="2921760"/>
          </a:xfrm>
          <a:prstGeom prst="rect">
            <a:avLst/>
          </a:prstGeom>
          <a:ln w="0">
            <a:noFill/>
          </a:ln>
        </p:spPr>
      </p:pic>
      <p:pic>
        <p:nvPicPr>
          <p:cNvPr id="525" name="Picture 6" descr=""/>
          <p:cNvPicPr/>
          <p:nvPr/>
        </p:nvPicPr>
        <p:blipFill>
          <a:blip r:embed="rId2"/>
          <a:stretch/>
        </p:blipFill>
        <p:spPr>
          <a:xfrm>
            <a:off x="5295240" y="1529280"/>
            <a:ext cx="5685120" cy="1927800"/>
          </a:xfrm>
          <a:prstGeom prst="rect">
            <a:avLst/>
          </a:prstGeom>
          <a:ln w="0">
            <a:noFill/>
          </a:ln>
        </p:spPr>
      </p:pic>
      <p:sp>
        <p:nvSpPr>
          <p:cNvPr id="526" name="TextBox 7"/>
          <p:cNvSpPr/>
          <p:nvPr/>
        </p:nvSpPr>
        <p:spPr>
          <a:xfrm>
            <a:off x="9282960" y="1219680"/>
            <a:ext cx="23389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Boddupalli et al. (2021)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2102760" y="379800"/>
            <a:ext cx="9407520" cy="1050840"/>
          </a:xfrm>
          <a:prstGeom prst="rect">
            <a:avLst/>
          </a:prstGeom>
          <a:noFill/>
          <a:ln w="0">
            <a:noFill/>
          </a:ln>
        </p:spPr>
        <p:txBody>
          <a:bodyPr lIns="0" rIns="0" tIns="0" bIns="0" anchor="b">
            <a:normAutofit/>
          </a:bodyPr>
          <a:p>
            <a:pPr indent="0" defTabSz="914400">
              <a:lnSpc>
                <a:spcPct val="90000"/>
              </a:lnSpc>
              <a:buNone/>
            </a:pPr>
            <a:r>
              <a:rPr b="1" lang="en-GB" sz="3850" spc="-1" strike="noStrike">
                <a:solidFill>
                  <a:schemeClr val="dk2"/>
                </a:solidFill>
                <a:latin typeface="Calibri"/>
              </a:rPr>
              <a:t>Inverse Problem </a:t>
            </a:r>
            <a:endParaRPr b="0" lang="nb-NO" sz="3850" spc="-1" strike="noStrike">
              <a:solidFill>
                <a:schemeClr val="dk1"/>
              </a:solidFill>
              <a:latin typeface="Calibri"/>
            </a:endParaRPr>
          </a:p>
        </p:txBody>
      </p:sp>
      <p:pic>
        <p:nvPicPr>
          <p:cNvPr id="528" name="Picture 4" descr=""/>
          <p:cNvPicPr/>
          <p:nvPr/>
        </p:nvPicPr>
        <p:blipFill>
          <a:blip r:embed="rId1"/>
          <a:stretch/>
        </p:blipFill>
        <p:spPr>
          <a:xfrm>
            <a:off x="758160" y="2439720"/>
            <a:ext cx="10752120" cy="35478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Inverse Problem</a:t>
            </a:r>
            <a:endParaRPr b="0" lang="nb-NO" sz="3850" spc="-1" strike="noStrike">
              <a:solidFill>
                <a:schemeClr val="dk1"/>
              </a:solidFill>
              <a:latin typeface="Calibri"/>
            </a:endParaRPr>
          </a:p>
        </p:txBody>
      </p:sp>
      <p:sp>
        <p:nvSpPr>
          <p:cNvPr id="530" name="PlaceHolder 2"/>
          <p:cNvSpPr>
            <a:spLocks noGrp="1"/>
          </p:cNvSpPr>
          <p:nvPr>
            <p:ph/>
          </p:nvPr>
        </p:nvSpPr>
        <p:spPr>
          <a:xfrm>
            <a:off x="758160" y="1911960"/>
            <a:ext cx="10752120" cy="4447080"/>
          </a:xfrm>
          <a:prstGeom prst="rect">
            <a:avLst/>
          </a:prstGeom>
          <a:blipFill rotWithShape="0">
            <a:blip r:embed="rId1"/>
            <a:stretch>
              <a:fillRect l="-1590" t="-3019"/>
            </a:stretch>
          </a:blip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rgbClr val="ffffff">
                    <a:alpha val="1000"/>
                  </a:srgbClr>
                </a:solidFill>
                <a:latin typeface="Calibri Light"/>
              </a:rPr>
              <a:t> </a:t>
            </a:r>
            <a:endParaRPr b="0" lang="nb-NO" sz="2400" spc="-1" strike="noStrike">
              <a:solidFill>
                <a:schemeClr val="dk2"/>
              </a:solidFill>
              <a:latin typeface="Calibri Light"/>
            </a:endParaRPr>
          </a:p>
        </p:txBody>
      </p:sp>
      <p:pic>
        <p:nvPicPr>
          <p:cNvPr id="531" name="Picture 4" descr=""/>
          <p:cNvPicPr/>
          <p:nvPr/>
        </p:nvPicPr>
        <p:blipFill>
          <a:blip r:embed="rId2"/>
          <a:stretch/>
        </p:blipFill>
        <p:spPr>
          <a:xfrm>
            <a:off x="1879920" y="2608200"/>
            <a:ext cx="6447600" cy="95076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Inverse Problem </a:t>
            </a:r>
            <a:endParaRPr b="0" lang="nb-NO" sz="3850" spc="-1" strike="noStrike">
              <a:solidFill>
                <a:schemeClr val="dk1"/>
              </a:solidFill>
              <a:latin typeface="Calibri"/>
            </a:endParaRPr>
          </a:p>
        </p:txBody>
      </p:sp>
      <p:sp>
        <p:nvSpPr>
          <p:cNvPr id="533" name="PlaceHolder 2"/>
          <p:cNvSpPr>
            <a:spLocks noGrp="1"/>
          </p:cNvSpPr>
          <p:nvPr>
            <p:ph/>
          </p:nvPr>
        </p:nvSpPr>
        <p:spPr>
          <a:xfrm>
            <a:off x="719640" y="1788840"/>
            <a:ext cx="6821640" cy="3909600"/>
          </a:xfrm>
          <a:prstGeom prst="rect">
            <a:avLst/>
          </a:prstGeom>
          <a:blipFill rotWithShape="0">
            <a:blip r:embed="rId1"/>
            <a:stretch/>
          </a:blip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rgbClr val="ffffff">
                    <a:alpha val="1000"/>
                  </a:srgbClr>
                </a:solidFill>
                <a:latin typeface="Calibri Light"/>
              </a:rPr>
              <a:t> </a:t>
            </a:r>
            <a:endParaRPr b="0" lang="nb-NO" sz="2400" spc="-1" strike="noStrike">
              <a:solidFill>
                <a:schemeClr val="dk2"/>
              </a:solidFill>
              <a:latin typeface="Calibri Light"/>
            </a:endParaRPr>
          </a:p>
        </p:txBody>
      </p:sp>
      <p:pic>
        <p:nvPicPr>
          <p:cNvPr id="534" name="Picture 9" descr=""/>
          <p:cNvPicPr/>
          <p:nvPr/>
        </p:nvPicPr>
        <p:blipFill>
          <a:blip r:embed="rId2"/>
          <a:stretch/>
        </p:blipFill>
        <p:spPr>
          <a:xfrm>
            <a:off x="1803240" y="2235600"/>
            <a:ext cx="5738040" cy="723600"/>
          </a:xfrm>
          <a:prstGeom prst="rect">
            <a:avLst/>
          </a:prstGeom>
          <a:ln w="0">
            <a:noFill/>
          </a:ln>
        </p:spPr>
      </p:pic>
      <p:pic>
        <p:nvPicPr>
          <p:cNvPr id="535" name="Picture 11" descr=""/>
          <p:cNvPicPr/>
          <p:nvPr/>
        </p:nvPicPr>
        <p:blipFill>
          <a:blip r:embed="rId3"/>
          <a:stretch/>
        </p:blipFill>
        <p:spPr>
          <a:xfrm>
            <a:off x="7917480" y="1131120"/>
            <a:ext cx="3765240" cy="3909600"/>
          </a:xfrm>
          <a:prstGeom prst="rect">
            <a:avLst/>
          </a:prstGeom>
          <a:ln w="0">
            <a:noFill/>
          </a:ln>
        </p:spPr>
      </p:pic>
      <p:pic>
        <p:nvPicPr>
          <p:cNvPr id="536" name="Picture 15" descr=""/>
          <p:cNvPicPr/>
          <p:nvPr/>
        </p:nvPicPr>
        <p:blipFill>
          <a:blip r:embed="rId4"/>
          <a:stretch/>
        </p:blipFill>
        <p:spPr>
          <a:xfrm>
            <a:off x="1039680" y="3793320"/>
            <a:ext cx="6371280" cy="10508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Inverse Problem </a:t>
            </a:r>
            <a:endParaRPr b="0" lang="nb-NO" sz="3850" spc="-1" strike="noStrike">
              <a:solidFill>
                <a:schemeClr val="dk1"/>
              </a:solidFill>
              <a:latin typeface="Calibri"/>
            </a:endParaRPr>
          </a:p>
        </p:txBody>
      </p:sp>
      <p:sp>
        <p:nvSpPr>
          <p:cNvPr id="538" name="PlaceHolder 2"/>
          <p:cNvSpPr>
            <a:spLocks noGrp="1"/>
          </p:cNvSpPr>
          <p:nvPr>
            <p:ph/>
          </p:nvPr>
        </p:nvSpPr>
        <p:spPr>
          <a:xfrm>
            <a:off x="758160" y="2259000"/>
            <a:ext cx="10752120" cy="3909600"/>
          </a:xfrm>
          <a:prstGeom prst="rect">
            <a:avLst/>
          </a:prstGeom>
          <a:noFill/>
          <a:ln w="0">
            <a:noFill/>
          </a:ln>
        </p:spPr>
        <p:txBody>
          <a:bodyPr lIns="0" rIns="0" tIns="0" bIns="0" anchor="t">
            <a:noAutofit/>
          </a:bodyPr>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Light"/>
              </a:rPr>
              <a:t>The gradient vanishes in the minimum position</a:t>
            </a: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indent="0" defTabSz="914400">
              <a:lnSpc>
                <a:spcPct val="90000"/>
              </a:lnSpc>
              <a:spcBef>
                <a:spcPts val="1001"/>
              </a:spcBef>
              <a:buNone/>
            </a:pP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Light"/>
              </a:rPr>
              <a:t>Rearranging the terms, </a:t>
            </a:r>
            <a:endParaRPr b="0" lang="nb-NO" sz="2400" spc="-1" strike="noStrike">
              <a:solidFill>
                <a:schemeClr val="dk2"/>
              </a:solidFill>
              <a:latin typeface="Calibri Light"/>
            </a:endParaRPr>
          </a:p>
        </p:txBody>
      </p:sp>
      <p:pic>
        <p:nvPicPr>
          <p:cNvPr id="539" name="Picture 6" descr=""/>
          <p:cNvPicPr/>
          <p:nvPr/>
        </p:nvPicPr>
        <p:blipFill>
          <a:blip r:embed="rId1"/>
          <a:stretch/>
        </p:blipFill>
        <p:spPr>
          <a:xfrm>
            <a:off x="758160" y="1603440"/>
            <a:ext cx="6004800" cy="1904760"/>
          </a:xfrm>
          <a:prstGeom prst="rect">
            <a:avLst/>
          </a:prstGeom>
          <a:ln w="0">
            <a:noFill/>
          </a:ln>
        </p:spPr>
      </p:pic>
      <p:pic>
        <p:nvPicPr>
          <p:cNvPr id="540" name="Picture 8" descr=""/>
          <p:cNvPicPr/>
          <p:nvPr/>
        </p:nvPicPr>
        <p:blipFill>
          <a:blip r:embed="rId2"/>
          <a:stretch/>
        </p:blipFill>
        <p:spPr>
          <a:xfrm>
            <a:off x="3760560" y="4164120"/>
            <a:ext cx="3947040" cy="929520"/>
          </a:xfrm>
          <a:prstGeom prst="rect">
            <a:avLst/>
          </a:prstGeom>
          <a:ln w="0">
            <a:noFill/>
          </a:ln>
        </p:spPr>
      </p:pic>
      <p:pic>
        <p:nvPicPr>
          <p:cNvPr id="541" name="Picture 10" descr=""/>
          <p:cNvPicPr/>
          <p:nvPr/>
        </p:nvPicPr>
        <p:blipFill>
          <a:blip r:embed="rId3"/>
          <a:stretch/>
        </p:blipFill>
        <p:spPr>
          <a:xfrm>
            <a:off x="3993120" y="5555880"/>
            <a:ext cx="3482280" cy="9216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2133720" y="12456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Gradient and Hessian </a:t>
            </a:r>
            <a:endParaRPr b="0" lang="nb-NO" sz="3850" spc="-1" strike="noStrike">
              <a:solidFill>
                <a:schemeClr val="dk1"/>
              </a:solidFill>
              <a:latin typeface="Calibri"/>
            </a:endParaRPr>
          </a:p>
        </p:txBody>
      </p:sp>
      <p:sp>
        <p:nvSpPr>
          <p:cNvPr id="543" name="PlaceHolder 2"/>
          <p:cNvSpPr>
            <a:spLocks noGrp="1"/>
          </p:cNvSpPr>
          <p:nvPr>
            <p:ph/>
          </p:nvPr>
        </p:nvSpPr>
        <p:spPr>
          <a:xfrm>
            <a:off x="563400" y="1483200"/>
            <a:ext cx="6418800" cy="5249880"/>
          </a:xfrm>
          <a:prstGeom prst="rect">
            <a:avLst/>
          </a:prstGeom>
          <a:blipFill rotWithShape="0">
            <a:blip r:embed="rId1"/>
            <a:stretch/>
          </a:blip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rgbClr val="ffffff">
                    <a:alpha val="1000"/>
                  </a:srgbClr>
                </a:solidFill>
                <a:latin typeface="Calibri Light"/>
              </a:rPr>
              <a:t> </a:t>
            </a:r>
            <a:endParaRPr b="0" lang="nb-NO" sz="2400" spc="-1" strike="noStrike">
              <a:solidFill>
                <a:schemeClr val="dk2"/>
              </a:solidFill>
              <a:latin typeface="Calibri Light"/>
            </a:endParaRPr>
          </a:p>
        </p:txBody>
      </p:sp>
      <p:pic>
        <p:nvPicPr>
          <p:cNvPr id="544" name="Picture 4" descr=""/>
          <p:cNvPicPr/>
          <p:nvPr/>
        </p:nvPicPr>
        <p:blipFill>
          <a:blip r:embed="rId2"/>
          <a:stretch/>
        </p:blipFill>
        <p:spPr>
          <a:xfrm>
            <a:off x="7666920" y="576000"/>
            <a:ext cx="3482280" cy="921600"/>
          </a:xfrm>
          <a:prstGeom prst="rect">
            <a:avLst/>
          </a:prstGeom>
          <a:ln w="0">
            <a:noFill/>
          </a:ln>
        </p:spPr>
      </p:pic>
      <p:pic>
        <p:nvPicPr>
          <p:cNvPr id="545" name="Picture 5" descr=""/>
          <p:cNvPicPr/>
          <p:nvPr/>
        </p:nvPicPr>
        <p:blipFill>
          <a:blip r:embed="rId3"/>
          <a:stretch/>
        </p:blipFill>
        <p:spPr>
          <a:xfrm>
            <a:off x="7187760" y="1483200"/>
            <a:ext cx="4440240" cy="460548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2133720" y="2196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Iterative Optimization Methods</a:t>
            </a:r>
            <a:endParaRPr b="0" lang="nb-NO" sz="3850" spc="-1" strike="noStrike">
              <a:solidFill>
                <a:schemeClr val="dk1"/>
              </a:solidFill>
              <a:latin typeface="Calibri"/>
            </a:endParaRPr>
          </a:p>
        </p:txBody>
      </p:sp>
      <p:sp>
        <p:nvSpPr>
          <p:cNvPr id="547" name="PlaceHolder 2"/>
          <p:cNvSpPr>
            <a:spLocks noGrp="1"/>
          </p:cNvSpPr>
          <p:nvPr>
            <p:ph/>
          </p:nvPr>
        </p:nvSpPr>
        <p:spPr>
          <a:xfrm>
            <a:off x="758160" y="1839240"/>
            <a:ext cx="6338520" cy="4608720"/>
          </a:xfrm>
          <a:prstGeom prst="rect">
            <a:avLst/>
          </a:prstGeom>
          <a:blipFill rotWithShape="0">
            <a:blip r:embed="rId1"/>
            <a:stretch/>
          </a:blip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rgbClr val="ffffff">
                    <a:alpha val="1000"/>
                  </a:srgbClr>
                </a:solidFill>
                <a:latin typeface="Calibri Light"/>
              </a:rPr>
              <a:t> </a:t>
            </a:r>
            <a:endParaRPr b="0" lang="nb-NO" sz="2400" spc="-1" strike="noStrike">
              <a:solidFill>
                <a:schemeClr val="dk2"/>
              </a:solidFill>
              <a:latin typeface="Calibri Light"/>
            </a:endParaRPr>
          </a:p>
        </p:txBody>
      </p:sp>
      <p:pic>
        <p:nvPicPr>
          <p:cNvPr id="548" name="Picture 3" descr=""/>
          <p:cNvPicPr/>
          <p:nvPr/>
        </p:nvPicPr>
        <p:blipFill>
          <a:blip r:embed="rId2"/>
          <a:stretch/>
        </p:blipFill>
        <p:spPr>
          <a:xfrm>
            <a:off x="7336080" y="1503720"/>
            <a:ext cx="4443840" cy="4608720"/>
          </a:xfrm>
          <a:prstGeom prst="rect">
            <a:avLst/>
          </a:prstGeom>
          <a:ln w="0">
            <a:noFill/>
          </a:ln>
        </p:spPr>
      </p:pic>
      <p:pic>
        <p:nvPicPr>
          <p:cNvPr id="549" name="Picture 5" descr=""/>
          <p:cNvPicPr/>
          <p:nvPr/>
        </p:nvPicPr>
        <p:blipFill>
          <a:blip r:embed="rId3"/>
          <a:stretch/>
        </p:blipFill>
        <p:spPr>
          <a:xfrm>
            <a:off x="1887120" y="2238120"/>
            <a:ext cx="4427280" cy="9979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2175480" y="4608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Adjoint State Method</a:t>
            </a:r>
            <a:endParaRPr b="0" lang="nb-NO" sz="3850" spc="-1" strike="noStrike">
              <a:solidFill>
                <a:schemeClr val="dk1"/>
              </a:solidFill>
              <a:latin typeface="Calibri"/>
            </a:endParaRPr>
          </a:p>
        </p:txBody>
      </p:sp>
      <p:sp>
        <p:nvSpPr>
          <p:cNvPr id="551" name="PlaceHolder 2"/>
          <p:cNvSpPr>
            <a:spLocks noGrp="1"/>
          </p:cNvSpPr>
          <p:nvPr>
            <p:ph/>
          </p:nvPr>
        </p:nvSpPr>
        <p:spPr>
          <a:xfrm>
            <a:off x="270000" y="2298240"/>
            <a:ext cx="4941000" cy="4048920"/>
          </a:xfrm>
          <a:prstGeom prst="rect">
            <a:avLst/>
          </a:prstGeom>
          <a:blipFill rotWithShape="0">
            <a:blip r:embed="rId1"/>
            <a:stretch/>
          </a:blip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rgbClr val="ffffff">
                    <a:alpha val="1000"/>
                  </a:srgbClr>
                </a:solidFill>
                <a:latin typeface="Calibri Light"/>
              </a:rPr>
              <a:t> </a:t>
            </a:r>
            <a:endParaRPr b="0" lang="nb-NO" sz="2400" spc="-1" strike="noStrike">
              <a:solidFill>
                <a:schemeClr val="dk2"/>
              </a:solidFill>
              <a:latin typeface="Calibri Light"/>
            </a:endParaRPr>
          </a:p>
        </p:txBody>
      </p:sp>
      <p:pic>
        <p:nvPicPr>
          <p:cNvPr id="552" name="Picture 6" descr=""/>
          <p:cNvPicPr/>
          <p:nvPr/>
        </p:nvPicPr>
        <p:blipFill>
          <a:blip r:embed="rId2"/>
          <a:stretch/>
        </p:blipFill>
        <p:spPr>
          <a:xfrm>
            <a:off x="3920760" y="1299960"/>
            <a:ext cx="4427280" cy="997920"/>
          </a:xfrm>
          <a:prstGeom prst="rect">
            <a:avLst/>
          </a:prstGeom>
          <a:ln w="0">
            <a:noFill/>
          </a:ln>
        </p:spPr>
      </p:pic>
      <p:pic>
        <p:nvPicPr>
          <p:cNvPr id="553" name="Picture 3" descr=""/>
          <p:cNvPicPr/>
          <p:nvPr/>
        </p:nvPicPr>
        <p:blipFill>
          <a:blip r:embed="rId3"/>
          <a:srcRect l="52033" t="0" r="32241" b="0"/>
          <a:stretch/>
        </p:blipFill>
        <p:spPr>
          <a:xfrm>
            <a:off x="4302000" y="2003040"/>
            <a:ext cx="695880" cy="997920"/>
          </a:xfrm>
          <a:prstGeom prst="rect">
            <a:avLst/>
          </a:prstGeom>
          <a:ln w="0">
            <a:noFill/>
          </a:ln>
        </p:spPr>
      </p:pic>
      <p:pic>
        <p:nvPicPr>
          <p:cNvPr id="554" name="Picture 4" descr=""/>
          <p:cNvPicPr/>
          <p:nvPr/>
        </p:nvPicPr>
        <p:blipFill>
          <a:blip r:embed="rId4"/>
          <a:stretch/>
        </p:blipFill>
        <p:spPr>
          <a:xfrm>
            <a:off x="5526360" y="2625480"/>
            <a:ext cx="6216840" cy="25473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Challenges in Inversion</a:t>
            </a:r>
            <a:endParaRPr b="0" lang="nb-NO" sz="3850" spc="-1" strike="noStrike">
              <a:solidFill>
                <a:schemeClr val="dk1"/>
              </a:solidFill>
              <a:latin typeface="Calibri"/>
            </a:endParaRPr>
          </a:p>
        </p:txBody>
      </p:sp>
      <p:sp>
        <p:nvSpPr>
          <p:cNvPr id="556" name="PlaceHolder 2"/>
          <p:cNvSpPr>
            <a:spLocks noGrp="1"/>
          </p:cNvSpPr>
          <p:nvPr>
            <p:ph/>
          </p:nvPr>
        </p:nvSpPr>
        <p:spPr>
          <a:xfrm>
            <a:off x="768600" y="1785600"/>
            <a:ext cx="5808600" cy="422568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Cycleskipping</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Nonlinearity: </a:t>
            </a:r>
            <a:r>
              <a:rPr b="0" lang="en-GB" sz="2400" spc="-1" strike="noStrike">
                <a:solidFill>
                  <a:schemeClr val="dk2"/>
                </a:solidFill>
                <a:latin typeface="Calibri"/>
              </a:rPr>
              <a:t>Perform the inversion small steps (iterate)</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Non-uniqueness: </a:t>
            </a:r>
            <a:r>
              <a:rPr b="0" lang="en-GB" sz="2400" spc="-1" strike="noStrike">
                <a:solidFill>
                  <a:schemeClr val="dk2"/>
                </a:solidFill>
                <a:latin typeface="Calibri"/>
              </a:rPr>
              <a:t>Requires starting model and more prior information will help</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1" lang="en-GB" sz="2400" spc="-1" strike="noStrike">
                <a:solidFill>
                  <a:schemeClr val="dk2"/>
                </a:solidFill>
                <a:latin typeface="Calibri"/>
              </a:rPr>
              <a:t>Computational cost: </a:t>
            </a:r>
            <a:r>
              <a:rPr b="0" lang="en-GB" sz="2400" spc="-1" strike="noStrike">
                <a:solidFill>
                  <a:schemeClr val="dk2"/>
                </a:solidFill>
                <a:latin typeface="Calibri"/>
              </a:rPr>
              <a:t>3D elastic FWI requires thousands of forward/adjoint simulations.</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Strategies: </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Use hierarchical frequency bands.</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Employ efficient parallelization and memory optimization.</a:t>
            </a:r>
            <a:endParaRPr b="0" lang="nb-NO" sz="2000" spc="-1" strike="noStrike">
              <a:solidFill>
                <a:schemeClr val="dk2"/>
              </a:solidFill>
              <a:latin typeface="Calibri Light"/>
            </a:endParaRPr>
          </a:p>
        </p:txBody>
      </p:sp>
      <p:pic>
        <p:nvPicPr>
          <p:cNvPr id="557" name="Picture 8" descr=""/>
          <p:cNvPicPr/>
          <p:nvPr/>
        </p:nvPicPr>
        <p:blipFill>
          <a:blip r:embed="rId1"/>
          <a:stretch/>
        </p:blipFill>
        <p:spPr>
          <a:xfrm>
            <a:off x="6806520" y="1838160"/>
            <a:ext cx="5082480" cy="38253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Example: Tommeliten Field (Warner et al. 2013)</a:t>
            </a:r>
            <a:endParaRPr b="0" lang="nb-NO" sz="3850" spc="-1" strike="noStrike">
              <a:solidFill>
                <a:schemeClr val="dk1"/>
              </a:solidFill>
              <a:latin typeface="Calibri"/>
            </a:endParaRPr>
          </a:p>
        </p:txBody>
      </p:sp>
      <p:sp>
        <p:nvSpPr>
          <p:cNvPr id="559" name="PlaceHolder 2"/>
          <p:cNvSpPr>
            <a:spLocks noGrp="1"/>
          </p:cNvSpPr>
          <p:nvPr>
            <p:ph/>
          </p:nvPr>
        </p:nvSpPr>
        <p:spPr>
          <a:xfrm>
            <a:off x="498240" y="1656360"/>
            <a:ext cx="5413680" cy="451548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Survey type: 3D, 4C (four-component), ocean-bottom-cable (OBC) survey.</a:t>
            </a:r>
            <a:endParaRPr b="0" lang="nb-NO" sz="24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Geometry:</a:t>
            </a:r>
            <a:endParaRPr b="0" lang="nb-NO" sz="24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3 swaths, each with 8 parallel cables (6 km each).</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Receiver spacing: 25 m inline, 300 m crossline.</a:t>
            </a:r>
            <a:endParaRPr b="0" lang="nb-NO" sz="2000" spc="-1" strike="noStrike">
              <a:solidFill>
                <a:schemeClr val="dk2"/>
              </a:solidFill>
              <a:latin typeface="Calibri Light"/>
            </a:endParaRPr>
          </a:p>
          <a:p>
            <a:pPr lvl="1" marL="571680" indent="-285840" defTabSz="914400">
              <a:lnSpc>
                <a:spcPct val="90000"/>
              </a:lnSpc>
              <a:spcBef>
                <a:spcPts val="499"/>
              </a:spcBef>
              <a:buClr>
                <a:srgbClr val="14b978"/>
              </a:buClr>
              <a:buFont typeface="Calibri Light"/>
              <a:buChar char="‒"/>
            </a:pPr>
            <a:r>
              <a:rPr b="0" lang="en-GB" sz="2000" spc="-1" strike="noStrike">
                <a:solidFill>
                  <a:schemeClr val="dk2"/>
                </a:solidFill>
                <a:latin typeface="Calibri"/>
              </a:rPr>
              <a:t>Sources: flip-flop shooting, two 3930 in³ airguns, 25 m × 75 m grid.</a:t>
            </a:r>
            <a:endParaRPr b="0" lang="nb-NO" sz="2000" spc="-1" strike="noStrike">
              <a:solidFill>
                <a:schemeClr val="dk2"/>
              </a:solidFill>
              <a:latin typeface="Calibri Light"/>
            </a:endParaRPr>
          </a:p>
        </p:txBody>
      </p:sp>
      <p:pic>
        <p:nvPicPr>
          <p:cNvPr id="560" name="Picture 4" descr=""/>
          <p:cNvPicPr/>
          <p:nvPr/>
        </p:nvPicPr>
        <p:blipFill>
          <a:blip r:embed="rId1"/>
          <a:srcRect l="0" t="0" r="0" b="38511"/>
          <a:stretch/>
        </p:blipFill>
        <p:spPr>
          <a:xfrm>
            <a:off x="6848280" y="874440"/>
            <a:ext cx="4467240" cy="3119040"/>
          </a:xfrm>
          <a:prstGeom prst="rect">
            <a:avLst/>
          </a:prstGeom>
          <a:ln w="0">
            <a:noFill/>
          </a:ln>
        </p:spPr>
      </p:pic>
      <p:sp>
        <p:nvSpPr>
          <p:cNvPr id="561" name="TextBox 5"/>
          <p:cNvSpPr/>
          <p:nvPr/>
        </p:nvSpPr>
        <p:spPr>
          <a:xfrm>
            <a:off x="6588000" y="3914280"/>
            <a:ext cx="5105160" cy="2832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GB" sz="1800" spc="-1" strike="noStrike">
                <a:solidFill>
                  <a:schemeClr val="dk1"/>
                </a:solidFill>
                <a:latin typeface="Calibri"/>
              </a:rPr>
              <a:t>Experimental geometry of the 3D ocean-bottom-cable (OBC) survey across the Tommeliten Alpha Field. </a:t>
            </a:r>
            <a:r>
              <a:rPr b="0" lang="en-GB" sz="1800" spc="-1" strike="noStrike">
                <a:solidFill>
                  <a:schemeClr val="dk1"/>
                </a:solidFill>
                <a:latin typeface="Calibri"/>
              </a:rPr>
              <a:t>Eight black lines represent receiver cables in the central swath, which recorded sources within the </a:t>
            </a:r>
            <a:r>
              <a:rPr b="1" lang="en-GB" sz="1800" spc="-1" strike="noStrike">
                <a:solidFill>
                  <a:schemeClr val="dk1"/>
                </a:solidFill>
                <a:latin typeface="Calibri"/>
              </a:rPr>
              <a:t>yellow source area</a:t>
            </a:r>
            <a:r>
              <a:rPr b="0" lang="en-GB" sz="1800" spc="-1" strike="noStrike">
                <a:solidFill>
                  <a:schemeClr val="dk1"/>
                </a:solidFill>
                <a:latin typeface="Calibri"/>
              </a:rPr>
              <a:t>. Two additional swaths (grey cables and pale-yellow shot areas) extend coverage laterally. The </a:t>
            </a:r>
            <a:r>
              <a:rPr b="1" lang="en-GB" sz="1800" spc="-1" strike="noStrike">
                <a:solidFill>
                  <a:schemeClr val="dk1"/>
                </a:solidFill>
                <a:latin typeface="Calibri"/>
              </a:rPr>
              <a:t>outer box</a:t>
            </a:r>
            <a:r>
              <a:rPr b="0" lang="en-GB" sz="1800" spc="-1" strike="noStrike">
                <a:solidFill>
                  <a:schemeClr val="dk1"/>
                </a:solidFill>
                <a:latin typeface="Calibri"/>
              </a:rPr>
              <a:t> marks the limits of the FWI velocity model, and the </a:t>
            </a:r>
            <a:r>
              <a:rPr b="1" lang="en-GB" sz="1800" spc="-1" strike="noStrike">
                <a:solidFill>
                  <a:schemeClr val="dk1"/>
                </a:solidFill>
                <a:latin typeface="Calibri"/>
              </a:rPr>
              <a:t>white zone</a:t>
            </a:r>
            <a:r>
              <a:rPr b="0" lang="en-GB" sz="1800" spc="-1" strike="noStrike">
                <a:solidFill>
                  <a:schemeClr val="dk1"/>
                </a:solidFill>
                <a:latin typeface="Calibri"/>
              </a:rPr>
              <a:t> indicates the gas cloud causing seismic obscuration. </a:t>
            </a:r>
            <a:r>
              <a:rPr b="1" lang="en-GB" sz="1800" spc="-1" strike="noStrike">
                <a:solidFill>
                  <a:schemeClr val="dk1"/>
                </a:solidFill>
                <a:latin typeface="Calibri"/>
              </a:rPr>
              <a:t>Blue dots</a:t>
            </a:r>
            <a:r>
              <a:rPr b="0" lang="en-GB" sz="1800" spc="-1" strike="noStrike">
                <a:solidFill>
                  <a:schemeClr val="dk1"/>
                </a:solidFill>
                <a:latin typeface="Calibri"/>
              </a:rPr>
              <a:t> mark well locations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title"/>
          </p:nvPr>
        </p:nvSpPr>
        <p:spPr>
          <a:xfrm>
            <a:off x="2087640" y="756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FWI result</a:t>
            </a:r>
            <a:endParaRPr b="0" lang="nb-NO" sz="3850" spc="-1" strike="noStrike">
              <a:solidFill>
                <a:schemeClr val="dk1"/>
              </a:solidFill>
              <a:latin typeface="Calibri"/>
            </a:endParaRPr>
          </a:p>
        </p:txBody>
      </p:sp>
      <p:sp>
        <p:nvSpPr>
          <p:cNvPr id="563" name="PlaceHolder 2"/>
          <p:cNvSpPr>
            <a:spLocks noGrp="1"/>
          </p:cNvSpPr>
          <p:nvPr>
            <p:ph/>
          </p:nvPr>
        </p:nvSpPr>
        <p:spPr>
          <a:xfrm>
            <a:off x="2468520" y="6122160"/>
            <a:ext cx="4322520" cy="390960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Light"/>
              </a:rPr>
              <a:t>Starting model </a:t>
            </a:r>
            <a:endParaRPr b="0" lang="nb-NO" sz="2400" spc="-1" strike="noStrike">
              <a:solidFill>
                <a:schemeClr val="dk2"/>
              </a:solidFill>
              <a:latin typeface="Calibri Light"/>
            </a:endParaRPr>
          </a:p>
        </p:txBody>
      </p:sp>
      <p:pic>
        <p:nvPicPr>
          <p:cNvPr id="564" name="Picture 4" descr=""/>
          <p:cNvPicPr/>
          <p:nvPr/>
        </p:nvPicPr>
        <p:blipFill>
          <a:blip r:embed="rId1"/>
          <a:stretch/>
        </p:blipFill>
        <p:spPr>
          <a:xfrm>
            <a:off x="6869160" y="1079640"/>
            <a:ext cx="3801960" cy="4843440"/>
          </a:xfrm>
          <a:prstGeom prst="rect">
            <a:avLst/>
          </a:prstGeom>
          <a:ln w="0">
            <a:noFill/>
          </a:ln>
        </p:spPr>
      </p:pic>
      <p:pic>
        <p:nvPicPr>
          <p:cNvPr id="565" name="Picture 6" descr=""/>
          <p:cNvPicPr/>
          <p:nvPr/>
        </p:nvPicPr>
        <p:blipFill>
          <a:blip r:embed="rId2"/>
          <a:stretch/>
        </p:blipFill>
        <p:spPr>
          <a:xfrm>
            <a:off x="2167200" y="1069200"/>
            <a:ext cx="3627000" cy="4853880"/>
          </a:xfrm>
          <a:prstGeom prst="rect">
            <a:avLst/>
          </a:prstGeom>
          <a:ln w="0">
            <a:noFill/>
          </a:ln>
        </p:spPr>
      </p:pic>
      <p:sp>
        <p:nvSpPr>
          <p:cNvPr id="566" name="Content Placeholder 2"/>
          <p:cNvSpPr/>
          <p:nvPr/>
        </p:nvSpPr>
        <p:spPr>
          <a:xfrm>
            <a:off x="7868880" y="6122160"/>
            <a:ext cx="4322520" cy="3909600"/>
          </a:xfrm>
          <a:prstGeom prst="rect">
            <a:avLst/>
          </a:prstGeom>
          <a:noFill/>
          <a:ln w="0">
            <a:noFill/>
          </a:ln>
        </p:spPr>
        <p:style>
          <a:lnRef idx="0"/>
          <a:fillRef idx="0"/>
          <a:effectRef idx="0"/>
          <a:fontRef idx="minor"/>
        </p:style>
        <p:txBody>
          <a:bodyPr lIns="0" rIns="0" tIns="0" bIns="0" anchor="t">
            <a:norm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Light"/>
              </a:rPr>
              <a:t>FWI model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FWI Result </a:t>
            </a:r>
            <a:endParaRPr b="0" lang="nb-NO" sz="3850" spc="-1" strike="noStrike">
              <a:solidFill>
                <a:schemeClr val="dk1"/>
              </a:solidFill>
              <a:latin typeface="Calibri"/>
            </a:endParaRPr>
          </a:p>
        </p:txBody>
      </p:sp>
      <p:pic>
        <p:nvPicPr>
          <p:cNvPr id="568" name="Picture 4" descr=""/>
          <p:cNvPicPr/>
          <p:nvPr/>
        </p:nvPicPr>
        <p:blipFill>
          <a:blip r:embed="rId1"/>
          <a:stretch/>
        </p:blipFill>
        <p:spPr>
          <a:xfrm>
            <a:off x="3075840" y="1955880"/>
            <a:ext cx="5777640" cy="3689640"/>
          </a:xfrm>
          <a:prstGeom prst="rect">
            <a:avLst/>
          </a:prstGeom>
          <a:ln w="0">
            <a:noFill/>
          </a:ln>
        </p:spPr>
      </p:pic>
      <p:sp>
        <p:nvSpPr>
          <p:cNvPr id="569" name="TextBox 5"/>
          <p:cNvSpPr/>
          <p:nvPr/>
        </p:nvSpPr>
        <p:spPr>
          <a:xfrm>
            <a:off x="3221640" y="5891760"/>
            <a:ext cx="57481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GB" sz="1800" spc="-1" strike="noStrike">
                <a:solidFill>
                  <a:schemeClr val="dk1"/>
                </a:solidFill>
                <a:latin typeface="Calibri"/>
              </a:rPr>
              <a:t>Horizontal slice from 1200 m depth starting and FWI models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title"/>
          </p:nvPr>
        </p:nvSpPr>
        <p:spPr>
          <a:xfrm>
            <a:off x="5386320" y="-2610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Data fit</a:t>
            </a:r>
            <a:endParaRPr b="0" lang="nb-NO" sz="3850" spc="-1" strike="noStrike">
              <a:solidFill>
                <a:schemeClr val="dk1"/>
              </a:solidFill>
              <a:latin typeface="Calibri"/>
            </a:endParaRPr>
          </a:p>
        </p:txBody>
      </p:sp>
      <p:sp>
        <p:nvSpPr>
          <p:cNvPr id="571" name="PlaceHolder 2"/>
          <p:cNvSpPr>
            <a:spLocks noGrp="1"/>
          </p:cNvSpPr>
          <p:nvPr>
            <p:ph/>
          </p:nvPr>
        </p:nvSpPr>
        <p:spPr>
          <a:xfrm>
            <a:off x="6432840" y="4275720"/>
            <a:ext cx="4228920" cy="3909600"/>
          </a:xfrm>
          <a:prstGeom prst="rect">
            <a:avLst/>
          </a:prstGeom>
          <a:noFill/>
          <a:ln w="0">
            <a:noFill/>
          </a:ln>
        </p:spPr>
        <p:txBody>
          <a:bodyPr lIns="0" rIns="0" tIns="0" bIns="0" anchor="t">
            <a:normAutofit/>
          </a:bodyPr>
          <a:p>
            <a:pPr marL="285840" indent="-285840" defTabSz="914400">
              <a:lnSpc>
                <a:spcPct val="90000"/>
              </a:lnSpc>
              <a:spcBef>
                <a:spcPts val="1001"/>
              </a:spcBef>
              <a:buClr>
                <a:srgbClr val="14b978"/>
              </a:buClr>
              <a:buFont typeface="Arial"/>
              <a:buChar char="•"/>
            </a:pPr>
            <a:r>
              <a:rPr b="0" lang="en-GB" sz="2000" spc="-1" strike="noStrike">
                <a:solidFill>
                  <a:schemeClr val="dk2"/>
                </a:solidFill>
                <a:latin typeface="Calibri"/>
              </a:rPr>
              <a:t>Quality controlling the FWI result by matching the real and synthetic data</a:t>
            </a:r>
            <a:endParaRPr b="0" lang="nb-NO" sz="2000" spc="-1" strike="noStrike">
              <a:solidFill>
                <a:schemeClr val="dk2"/>
              </a:solidFill>
              <a:latin typeface="Calibri Light"/>
            </a:endParaRPr>
          </a:p>
          <a:p>
            <a:pPr indent="0" defTabSz="914400">
              <a:lnSpc>
                <a:spcPct val="90000"/>
              </a:lnSpc>
              <a:spcBef>
                <a:spcPts val="1001"/>
              </a:spcBef>
              <a:buNone/>
            </a:pPr>
            <a:endParaRPr b="0" lang="nb-NO" sz="2000" spc="-1" strike="noStrike">
              <a:solidFill>
                <a:schemeClr val="dk2"/>
              </a:solidFill>
              <a:latin typeface="Calibri Light"/>
            </a:endParaRPr>
          </a:p>
          <a:p>
            <a:pPr marL="285840" indent="-285840" defTabSz="914400">
              <a:lnSpc>
                <a:spcPct val="90000"/>
              </a:lnSpc>
              <a:spcBef>
                <a:spcPts val="1001"/>
              </a:spcBef>
              <a:buClr>
                <a:srgbClr val="14b978"/>
              </a:buClr>
              <a:buFont typeface="Arial"/>
              <a:buChar char="•"/>
            </a:pPr>
            <a:r>
              <a:rPr b="0" lang="en-GB" sz="2000" spc="-1" strike="noStrike">
                <a:solidFill>
                  <a:schemeClr val="dk2"/>
                </a:solidFill>
                <a:latin typeface="Calibri"/>
              </a:rPr>
              <a:t>FWI predicted data fits real data better</a:t>
            </a:r>
            <a:endParaRPr b="0" lang="nb-NO" sz="2000" spc="-1" strike="noStrike">
              <a:solidFill>
                <a:schemeClr val="dk2"/>
              </a:solidFill>
              <a:latin typeface="Calibri Light"/>
            </a:endParaRPr>
          </a:p>
        </p:txBody>
      </p:sp>
      <p:pic>
        <p:nvPicPr>
          <p:cNvPr id="572" name="Picture 4" descr=""/>
          <p:cNvPicPr/>
          <p:nvPr/>
        </p:nvPicPr>
        <p:blipFill>
          <a:blip r:embed="rId1"/>
          <a:stretch/>
        </p:blipFill>
        <p:spPr>
          <a:xfrm>
            <a:off x="1961640" y="901080"/>
            <a:ext cx="3597120" cy="5871240"/>
          </a:xfrm>
          <a:prstGeom prst="rect">
            <a:avLst/>
          </a:prstGeom>
          <a:ln w="0">
            <a:noFill/>
          </a:ln>
        </p:spPr>
      </p:pic>
      <p:pic>
        <p:nvPicPr>
          <p:cNvPr id="573" name="Picture 6" descr=""/>
          <p:cNvPicPr/>
          <p:nvPr/>
        </p:nvPicPr>
        <p:blipFill>
          <a:blip r:embed="rId2"/>
          <a:stretch/>
        </p:blipFill>
        <p:spPr>
          <a:xfrm>
            <a:off x="5864040" y="1058040"/>
            <a:ext cx="5187960" cy="30193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title"/>
          </p:nvPr>
        </p:nvSpPr>
        <p:spPr>
          <a:xfrm>
            <a:off x="2102760" y="379800"/>
            <a:ext cx="9407520" cy="1050840"/>
          </a:xfrm>
          <a:prstGeom prst="rect">
            <a:avLst/>
          </a:prstGeom>
          <a:noFill/>
          <a:ln w="0">
            <a:noFill/>
          </a:ln>
        </p:spPr>
        <p:txBody>
          <a:bodyPr lIns="0" rIns="0" tIns="0" bIns="0" anchor="b">
            <a:noAutofit/>
          </a:bodyPr>
          <a:p>
            <a:pPr indent="0" defTabSz="914400">
              <a:lnSpc>
                <a:spcPct val="90000"/>
              </a:lnSpc>
              <a:buNone/>
            </a:pPr>
            <a:r>
              <a:rPr b="1" lang="en-GB" sz="3850" spc="-1" strike="noStrike">
                <a:solidFill>
                  <a:schemeClr val="dk2"/>
                </a:solidFill>
                <a:latin typeface="Calibri"/>
              </a:rPr>
              <a:t>Reverse time migrated images</a:t>
            </a:r>
            <a:endParaRPr b="0" lang="nb-NO" sz="3850" spc="-1" strike="noStrike">
              <a:solidFill>
                <a:schemeClr val="dk1"/>
              </a:solidFill>
              <a:latin typeface="Calibri"/>
            </a:endParaRPr>
          </a:p>
        </p:txBody>
      </p:sp>
      <p:sp>
        <p:nvSpPr>
          <p:cNvPr id="575" name="PlaceHolder 2"/>
          <p:cNvSpPr>
            <a:spLocks noGrp="1"/>
          </p:cNvSpPr>
          <p:nvPr>
            <p:ph/>
          </p:nvPr>
        </p:nvSpPr>
        <p:spPr>
          <a:xfrm>
            <a:off x="1874880" y="5427000"/>
            <a:ext cx="8234280" cy="1399320"/>
          </a:xfrm>
          <a:prstGeom prst="rect">
            <a:avLst/>
          </a:prstGeom>
          <a:noFill/>
          <a:ln w="0">
            <a:noFill/>
          </a:ln>
        </p:spPr>
        <p:txBody>
          <a:bodyPr lIns="0" rIns="0" tIns="0" bIns="0" anchor="t">
            <a:noAutofit/>
          </a:bodyPr>
          <a:p>
            <a:pPr marL="285840" indent="-285840" defTabSz="914400">
              <a:lnSpc>
                <a:spcPct val="90000"/>
              </a:lnSpc>
              <a:spcBef>
                <a:spcPts val="1001"/>
              </a:spcBef>
              <a:buClr>
                <a:srgbClr val="14b978"/>
              </a:buClr>
              <a:buFont typeface="Arial"/>
              <a:buChar char="•"/>
            </a:pPr>
            <a:r>
              <a:rPr b="0" lang="en-GB" sz="2400" spc="-1" strike="noStrike">
                <a:solidFill>
                  <a:schemeClr val="dk2"/>
                </a:solidFill>
                <a:latin typeface="Calibri"/>
              </a:rPr>
              <a:t>Left image is migration using starting model and right from FWI</a:t>
            </a:r>
            <a:endParaRPr b="0" lang="nb-NO" sz="2400" spc="-1" strike="noStrike">
              <a:solidFill>
                <a:schemeClr val="dk2"/>
              </a:solidFill>
              <a:latin typeface="Calibri Light"/>
            </a:endParaRPr>
          </a:p>
        </p:txBody>
      </p:sp>
      <p:pic>
        <p:nvPicPr>
          <p:cNvPr id="576" name="Picture 4" descr=""/>
          <p:cNvPicPr/>
          <p:nvPr/>
        </p:nvPicPr>
        <p:blipFill>
          <a:blip r:embed="rId1"/>
          <a:stretch/>
        </p:blipFill>
        <p:spPr>
          <a:xfrm>
            <a:off x="2115360" y="1677600"/>
            <a:ext cx="6978960" cy="350244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1.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3.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4.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5.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6.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7.xml><?xml version="1.0" encoding="utf-8"?>
<a:theme xmlns:a="http://schemas.openxmlformats.org/drawingml/2006/main" xmlns:r="http://schemas.openxmlformats.org/officeDocument/2006/relationships" name="Uten bunnline (Blå)">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8.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9.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0.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1.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2.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3.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4.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5.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6.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7.xml><?xml version="1.0" encoding="utf-8"?>
<a:theme xmlns:a="http://schemas.openxmlformats.org/drawingml/2006/main" xmlns:r="http://schemas.openxmlformats.org/officeDocument/2006/relationships" name="Kapitteldeler">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8.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9.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0.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1.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2.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3.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4.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5.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6.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7.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8.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9.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0.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1.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2.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3.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4.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5.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6.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7.xml><?xml version="1.0" encoding="utf-8"?>
<a:theme xmlns:a="http://schemas.openxmlformats.org/drawingml/2006/main" xmlns:r="http://schemas.openxmlformats.org/officeDocument/2006/relationships" name="1_Uten bunnlinje">
  <a:themeElements>
    <a:clrScheme name="SINTEF Ny">
      <a:dk1>
        <a:srgbClr val="000000"/>
      </a:dk1>
      <a:lt1>
        <a:srgbClr val="ffffff"/>
      </a:lt1>
      <a:dk2>
        <a:srgbClr val="003c65"/>
      </a:dk2>
      <a:lt2>
        <a:srgbClr val="ebebe6"/>
      </a:lt2>
      <a:accent1>
        <a:srgbClr val="14b978"/>
      </a:accent1>
      <a:accent2>
        <a:srgbClr val="cdfae1"/>
      </a:accent2>
      <a:accent3>
        <a:srgbClr val="004628"/>
      </a:accent3>
      <a:accent4>
        <a:srgbClr val="c89b14"/>
      </a:accent4>
      <a:accent5>
        <a:srgbClr val="be3c37"/>
      </a:accent5>
      <a:accent6>
        <a:srgbClr val="780050"/>
      </a:accent6>
      <a:hlink>
        <a:srgbClr val="0563c1"/>
      </a:hlink>
      <a:folHlink>
        <a:srgbClr val="954f72"/>
      </a:folHlink>
    </a:clrScheme>
    <a:fontScheme name="Custom 7">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webextensions/taskpanes.xml><?xml version="1.0" encoding="utf-8"?>
<wetp:taskpanes xmlns:wetp="http://schemas.microsoft.com/office/webextensions/taskpanes/2010/11">
  <wetp:taskpane dockstate="right" visibility="0" width="0" row="0">
    <wetp:webextensionref xmlns:r="http://schemas.openxmlformats.org/officeDocument/2006/relationships" r:id="rId1"/>
  </wetp:taskpane>
</wetp:taskpanes>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Relationships xmlns="http://schemas.openxmlformats.org/package/2006/relationships"><Relationship Id="rId1" Type="http://schemas.openxmlformats.org/officeDocument/2006/relationships/customXmlProps" Target="itemProps4.xml"/>
</Relationships>
</file>

<file path=customXml/_rels/item5.xml.rels><?xml version="1.0" encoding="UTF-8"?>
<Relationships xmlns="http://schemas.openxmlformats.org/package/2006/relationships"><Relationship Id="rId1" Type="http://schemas.openxmlformats.org/officeDocument/2006/relationships/customXmlProps" Target="itemProps5.xml"/>
</Relationships>
</file>

<file path=customXml/_rels/item6.xml.rels><?xml version="1.0" encoding="UTF-8"?>
<Relationships xmlns="http://schemas.openxmlformats.org/package/2006/relationships"><Relationship Id="rId1" Type="http://schemas.openxmlformats.org/officeDocument/2006/relationships/customXmlProps" Target="itemProps6.xml"/>
</Relationships>
</file>

<file path=customXml/_rels/item7.xml.rels><?xml version="1.0" encoding="UTF-8"?>
<Relationships xmlns="http://schemas.openxmlformats.org/package/2006/relationships"><Relationship Id="rId1" Type="http://schemas.openxmlformats.org/officeDocument/2006/relationships/customXmlProps" Target="itemProps7.xml"/>
</Relationships>
</file>

<file path=customXml/_rels/item8.xml.rels><?xml version="1.0" encoding="UTF-8"?>
<Relationships xmlns="http://schemas.openxmlformats.org/package/2006/relationships"><Relationship Id="rId1" Type="http://schemas.openxmlformats.org/officeDocument/2006/relationships/customXmlProps" Target="itemProps8.xml"/>
</Relationships>
</file>

<file path=customXml/_rels/item9.xml.rels><?xml version="1.0" encoding="UTF-8"?>
<Relationships xmlns="http://schemas.openxmlformats.org/package/2006/relationships"><Relationship Id="rId1" Type="http://schemas.openxmlformats.org/officeDocument/2006/relationships/customXmlProps" Target="itemProps9.xml"/>
</Relationships>
</file>

<file path=customXml/_rels/item10.xml.rels><?xml version="1.0" encoding="UTF-8"?>
<Relationships xmlns="http://schemas.openxmlformats.org/package/2006/relationships"><Relationship Id="rId1" Type="http://schemas.openxmlformats.org/officeDocument/2006/relationships/customXmlProps" Target="itemProps10.xml"/>
</Relationships>
</file>

<file path=customXml/_rels/item11.xml.rels><?xml version="1.0" encoding="UTF-8"?>
<Relationships xmlns="http://schemas.openxmlformats.org/package/2006/relationships"><Relationship Id="rId1" Type="http://schemas.openxmlformats.org/officeDocument/2006/relationships/customXmlProps" Target="itemProps11.xml"/>
</Relationships>
</file>

<file path=customXml/item1.xml><?xml version="1.0" encoding="utf-8"?>
<TemplafyTemplateConfiguration><![CDATA[{"elementsMetadata":[],"transformationConfigurations":[],"templateName":"SINTEF ppt.-mal - NO (5b)","templateDescription":"","enableDocumentContentUpdater":false,"version":"2.0"}]]></TemplafyTemplateConfiguration>
</file>

<file path=customXml/item2.xml><?xml version="1.0" encoding="utf-8"?>
<TemplafyFormConfiguration><![CDATA[{"formFields":[],"formDataEntries":[]}]]></TemplafyFormConfiguration>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b00a67f-9791-437e-b702-303a706ea042">
      <Terms xmlns="http://schemas.microsoft.com/office/infopath/2007/PartnerControls"/>
    </lcf76f155ced4ddcb4097134ff3c332f>
    <TaxCatchAll xmlns="7dc3d6ed-56f1-49b6-b310-0ff680cfe62a"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kument" ma:contentTypeID="0x010100D982FC97A4EB864EBF6B6ADD443A67CC" ma:contentTypeVersion="14" ma:contentTypeDescription="Opprett et nytt dokument." ma:contentTypeScope="" ma:versionID="a59811bd92298090e6a76c55d4651efa">
  <xsd:schema xmlns:xsd="http://www.w3.org/2001/XMLSchema" xmlns:xs="http://www.w3.org/2001/XMLSchema" xmlns:p="http://schemas.microsoft.com/office/2006/metadata/properties" xmlns:ns2="3b00a67f-9791-437e-b702-303a706ea042" xmlns:ns3="7dc3d6ed-56f1-49b6-b310-0ff680cfe62a" targetNamespace="http://schemas.microsoft.com/office/2006/metadata/properties" ma:root="true" ma:fieldsID="4c3e1f195df9422cebd772257e8ef87d" ns2:_="" ns3:_="">
    <xsd:import namespace="3b00a67f-9791-437e-b702-303a706ea042"/>
    <xsd:import namespace="7dc3d6ed-56f1-49b6-b310-0ff680cfe62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00a67f-9791-437e-b702-303a706ea0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emerkelapper" ma:readOnly="false" ma:fieldId="{5cf76f15-5ced-4ddc-b409-7134ff3c332f}" ma:taxonomyMulti="true" ma:sspId="378a55df-a9cd-4882-8adc-9ae50d80558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dc3d6ed-56f1-49b6-b310-0ff680cfe62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9d73458-8fb0-4777-9551-357d96ad6676}" ma:internalName="TaxCatchAll" ma:showField="CatchAllData" ma:web="7dc3d6ed-56f1-49b6-b310-0ff680cfe62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TemplafySlideTemplateConfiguration><![CDATA[{"slideVersion":1,"isValidatorEnabled":false,"isLocked":false,"elementsMetadata":[],"slideId":"1150643738337345536","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TemplateConfiguration><![CDATA[{"slideVersion":1,"isValidatorEnabled":false,"isLocked":false,"elementsMetadata":[],"slideId":"1150643738337345537","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1150643738337345538","enableDocumentContentUpdater":false,"version":"2.0"}]]></TemplafySlideTemplateConfiguration>
</file>

<file path=customXml/itemProps1.xml><?xml version="1.0" encoding="utf-8"?>
<ds:datastoreItem xmlns:ds="http://schemas.openxmlformats.org/officeDocument/2006/customXml" ds:itemID="{ED157753-ACFF-4675-9E4E-9936A4DA2CD6}">
  <ds:schemaRefs/>
</ds:datastoreItem>
</file>

<file path=customXml/itemProps2.xml><?xml version="1.0" encoding="utf-8"?>
<ds:datastoreItem xmlns:ds="http://schemas.openxmlformats.org/officeDocument/2006/customXml" ds:itemID="{F93A1B71-5DC4-4710-B00E-6E92F3789DBC}">
  <ds:schemaRefs/>
</ds:datastoreItem>
</file>

<file path=customXml/itemProps3.xml><?xml version="1.0" encoding="utf-8"?>
<ds:datastoreItem xmlns:ds="http://schemas.openxmlformats.org/officeDocument/2006/customXml" ds:itemID="{0645A9D7-53BF-4F8A-B6A3-75E888763AAB}">
  <ds:schemaRefs>
    <ds:schemaRef ds:uri="http://purl.org/dc/elements/1.1/"/>
    <ds:schemaRef ds:uri="http://purl.org/dc/dcmitype/"/>
    <ds:schemaRef ds:uri="http://purl.org/dc/terms/"/>
    <ds:schemaRef ds:uri="3b00a67f-9791-437e-b702-303a706ea042"/>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7dc3d6ed-56f1-49b6-b310-0ff680cfe62a"/>
    <ds:schemaRef ds:uri="http://schemas.microsoft.com/office/2006/metadata/properties"/>
  </ds:schemaRefs>
</ds:datastoreItem>
</file>

<file path=customXml/itemProps4.xml><?xml version="1.0" encoding="utf-8"?>
<ds:datastoreItem xmlns:ds="http://schemas.openxmlformats.org/officeDocument/2006/customXml" ds:itemID="{FBA790FB-3B41-4151-9EE2-2964B98772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00a67f-9791-437e-b702-303a706ea042"/>
    <ds:schemaRef ds:uri="7dc3d6ed-56f1-49b6-b310-0ff680cfe6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E60B2701-B32A-4280-B309-FD22EBA2E952}">
  <ds:schemaRefs>
    <ds:schemaRef ds:uri="http://schemas.microsoft.com/sharepoint/v3/contenttype/forms"/>
  </ds:schemaRefs>
</ds:datastoreItem>
</file>

<file path=customXml/itemProps6.xml><?xml version="1.0" encoding="utf-8"?>
<ds:datastoreItem xmlns:ds="http://schemas.openxmlformats.org/officeDocument/2006/customXml" ds:itemID="{9D740A01-C3D2-49B7-844F-A51A8846CDA2}">
  <ds:schemaRefs/>
</ds:datastoreItem>
</file>

<file path=customXml/itemProps7.xml><?xml version="1.0" encoding="utf-8"?>
<ds:datastoreItem xmlns:ds="http://schemas.openxmlformats.org/officeDocument/2006/customXml" ds:itemID="{D72754AB-C4E7-470E-A21B-E107AD114F80}">
  <ds:schemaRefs/>
</ds:datastoreItem>
</file>

<file path=customXml/itemProps8.xml><?xml version="1.0" encoding="utf-8"?>
<ds:datastoreItem xmlns:ds="http://schemas.openxmlformats.org/officeDocument/2006/customXml" ds:itemID="{EE333B6C-498D-452F-83AD-732FA562133F}">
  <ds:schemaRefs/>
</ds:datastoreItem>
</file>

<file path=customXml/itemProps9.xml><?xml version="1.0" encoding="utf-8"?>
<ds:datastoreItem xmlns:ds="http://schemas.openxmlformats.org/officeDocument/2006/customXml" ds:itemID="{C5E838E8-1058-489B-B962-5B810D8D5F17}">
  <ds:schemaRefs/>
</ds:datastoreItem>
</file>

<file path=customXml/itemProps10.xml><?xml version="1.0" encoding="utf-8"?>
<ds:datastoreItem xmlns:ds="http://schemas.openxmlformats.org/officeDocument/2006/customXml" ds:itemID="{768077E6-B40E-4148-8016-C5F5C838F4E8}">
  <ds:schemaRefs/>
</ds:datastoreItem>
</file>

<file path=customXml/itemProps11.xml><?xml version="1.0" encoding="utf-8"?>
<ds:datastoreItem xmlns:ds="http://schemas.openxmlformats.org/officeDocument/2006/customXml" ds:itemID="{9550633A-FB08-4E2B-A3E6-8976649B6551}">
  <ds:schemaRefs/>
</ds:datastoreItem>
</file>

<file path=docMetadata/LabelInfo.xml><?xml version="1.0" encoding="utf-8"?>
<clbl:labelList xmlns:clbl="http://schemas.microsoft.com/office/2020/mipLabelMetadata">
  <clbl:label id="{3ee68ff4-e554-434b-b800-e36c930c6276}" enabled="1" method="Standard" siteId="{e1f00f39-6041-45b0-b309-e0210d8b32af}" removed="0"/>
</clbl:labelList>
</file>

<file path=docProps/app.xml><?xml version="1.0" encoding="utf-8"?>
<Properties xmlns="http://schemas.openxmlformats.org/officeDocument/2006/extended-properties" xmlns:vt="http://schemas.openxmlformats.org/officeDocument/2006/docPropsVTypes">
  <Template>Sintef mal</Template>
  <TotalTime>4344</TotalTime>
  <Application>LibreOffice/24.2.7.2$Linux_X86_64 LibreOffice_project/420$Build-2</Application>
  <AppVersion>15.0000</AppVersion>
  <Words>1905</Words>
  <Paragraphs>236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2025-03-31T22:34:46Z</dcterms:created>
  <dc:creator>Snorre Aasheim Ness</dc:creator>
  <dc:description/>
  <dc:language>en-US</dc:language>
  <cp:lastModifiedBy>Bhargav Boddupalli</cp:lastModifiedBy>
  <dcterms:modified xsi:type="dcterms:W3CDTF">2025-10-29T09:46:03Z</dcterms:modified>
  <cp:revision>71</cp:revision>
  <dc:subject/>
  <dc:title>PowerPoint-presentasjon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0x010100D982FC97A4EB864EBF6B6ADD443A67CC</vt:lpwstr>
  </property>
  <property fmtid="{D5CDD505-2E9C-101B-9397-08002B2CF9AE}" pid="3" name="MediaServiceImageTags">
    <vt:lpwstr/>
  </property>
  <property fmtid="{D5CDD505-2E9C-101B-9397-08002B2CF9AE}" pid="4" name="Notes">
    <vt:i4>8</vt:i4>
  </property>
  <property fmtid="{D5CDD505-2E9C-101B-9397-08002B2CF9AE}" pid="5" name="PresentationFormat">
    <vt:lpwstr>Widescreen</vt:lpwstr>
  </property>
  <property fmtid="{D5CDD505-2E9C-101B-9397-08002B2CF9AE}" pid="6" name="Slides">
    <vt:i4>37</vt:i4>
  </property>
  <property fmtid="{D5CDD505-2E9C-101B-9397-08002B2CF9AE}" pid="7" name="TemplafyFromBlank">
    <vt:bool>1</vt:bool>
  </property>
  <property fmtid="{D5CDD505-2E9C-101B-9397-08002B2CF9AE}" pid="8" name="TemplafyLanguageCode">
    <vt:lpwstr>nb-NO</vt:lpwstr>
  </property>
  <property fmtid="{D5CDD505-2E9C-101B-9397-08002B2CF9AE}" pid="9" name="TemplafyTemplateId">
    <vt:lpwstr>1150643728925589715</vt:lpwstr>
  </property>
  <property fmtid="{D5CDD505-2E9C-101B-9397-08002B2CF9AE}" pid="10" name="TemplafyTenantId">
    <vt:lpwstr>sintef</vt:lpwstr>
  </property>
  <property fmtid="{D5CDD505-2E9C-101B-9397-08002B2CF9AE}" pid="11" name="TemplafyTimeStamp">
    <vt:lpwstr>2025-03-31T09:02:41</vt:lpwstr>
  </property>
  <property fmtid="{D5CDD505-2E9C-101B-9397-08002B2CF9AE}" pid="12" name="TemplafyUserProfileId">
    <vt:lpwstr>709030510273495876</vt:lpwstr>
  </property>
</Properties>
</file>